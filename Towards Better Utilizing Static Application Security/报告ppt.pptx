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827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65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184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82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17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40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23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758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80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7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501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2015/5/5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09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5" baseType="lpstr">
      <vt:lpstr>宋体</vt:lpstr>
      <vt:lpstr>Arial</vt:lpstr>
      <vt:lpstr>Calibri</vt:lpstr>
      <vt:lpstr>Calibri Light</vt:lpstr>
      <vt:lpstr>Office 主题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kehao</dc:creator>
  <cp:lastModifiedBy/>
  <cp:revision>1</cp:revision>
  <dcterms:created xsi:type="dcterms:W3CDTF">2020-05-30T03:02:45Z</dcterms:created>
</cp:coreProperties>
</file>