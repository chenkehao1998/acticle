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9" r:id="rId2"/>
    <p:sldId id="270" r:id="rId3"/>
    <p:sldId id="271" r:id="rId4"/>
    <p:sldId id="289" r:id="rId5"/>
    <p:sldId id="290" r:id="rId6"/>
    <p:sldId id="291" r:id="rId7"/>
    <p:sldId id="272" r:id="rId8"/>
    <p:sldId id="280" r:id="rId9"/>
    <p:sldId id="273" r:id="rId10"/>
    <p:sldId id="285" r:id="rId11"/>
    <p:sldId id="292" r:id="rId12"/>
    <p:sldId id="293" r:id="rId13"/>
    <p:sldId id="294" r:id="rId14"/>
    <p:sldId id="295" r:id="rId15"/>
    <p:sldId id="296" r:id="rId16"/>
    <p:sldId id="297" r:id="rId17"/>
    <p:sldId id="274" r:id="rId18"/>
    <p:sldId id="298" r:id="rId19"/>
    <p:sldId id="299" r:id="rId20"/>
    <p:sldId id="300" r:id="rId21"/>
    <p:sldId id="301" r:id="rId22"/>
    <p:sldId id="302" r:id="rId23"/>
    <p:sldId id="303" r:id="rId24"/>
    <p:sldId id="304" r:id="rId25"/>
    <p:sldId id="305" r:id="rId26"/>
    <p:sldId id="307" r:id="rId27"/>
    <p:sldId id="308" r:id="rId28"/>
    <p:sldId id="309" r:id="rId29"/>
    <p:sldId id="310" r:id="rId30"/>
    <p:sldId id="275" r:id="rId31"/>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2626"/>
    <a:srgbClr val="FFD966"/>
    <a:srgbClr val="7F7F7F"/>
    <a:srgbClr val="F8CE7C"/>
    <a:srgbClr val="D0B0A9"/>
    <a:srgbClr val="4C302A"/>
    <a:srgbClr val="B7A784"/>
    <a:srgbClr val="D2836E"/>
    <a:srgbClr val="B59666"/>
    <a:srgbClr val="4B38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12" autoAdjust="0"/>
    <p:restoredTop sz="96318" autoAdjust="0"/>
  </p:normalViewPr>
  <p:slideViewPr>
    <p:cSldViewPr snapToGrid="0">
      <p:cViewPr varScale="1">
        <p:scale>
          <a:sx n="115" d="100"/>
          <a:sy n="115" d="100"/>
        </p:scale>
        <p:origin x="40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DFC243-3E68-4BFF-A505-ADDF9D7195A4}" type="datetimeFigureOut">
              <a:rPr lang="zh-CN" altLang="en-US" smtClean="0"/>
              <a:t>2020/6/7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67D84A-3049-44F6-8517-64F0971FDD2A}" type="slidenum">
              <a:rPr lang="zh-CN" altLang="en-US" smtClean="0"/>
              <a:t>‹#›</a:t>
            </a:fld>
            <a:endParaRPr lang="zh-CN" altLang="en-US"/>
          </a:p>
        </p:txBody>
      </p:sp>
    </p:spTree>
    <p:extLst>
      <p:ext uri="{BB962C8B-B14F-4D97-AF65-F5344CB8AC3E}">
        <p14:creationId xmlns:p14="http://schemas.microsoft.com/office/powerpoint/2010/main" val="3510773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1</a:t>
            </a:fld>
            <a:endParaRPr lang="zh-CN" altLang="en-US"/>
          </a:p>
        </p:txBody>
      </p:sp>
    </p:spTree>
    <p:extLst>
      <p:ext uri="{BB962C8B-B14F-4D97-AF65-F5344CB8AC3E}">
        <p14:creationId xmlns:p14="http://schemas.microsoft.com/office/powerpoint/2010/main" val="3209545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2</a:t>
            </a:fld>
            <a:endParaRPr lang="zh-CN" altLang="en-US"/>
          </a:p>
        </p:txBody>
      </p:sp>
    </p:spTree>
    <p:extLst>
      <p:ext uri="{BB962C8B-B14F-4D97-AF65-F5344CB8AC3E}">
        <p14:creationId xmlns:p14="http://schemas.microsoft.com/office/powerpoint/2010/main" val="316640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3</a:t>
            </a:fld>
            <a:endParaRPr lang="zh-CN" altLang="en-US"/>
          </a:p>
        </p:txBody>
      </p:sp>
    </p:spTree>
    <p:extLst>
      <p:ext uri="{BB962C8B-B14F-4D97-AF65-F5344CB8AC3E}">
        <p14:creationId xmlns:p14="http://schemas.microsoft.com/office/powerpoint/2010/main" val="33193734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4</a:t>
            </a:fld>
            <a:endParaRPr lang="zh-CN" altLang="en-US"/>
          </a:p>
        </p:txBody>
      </p:sp>
    </p:spTree>
    <p:extLst>
      <p:ext uri="{BB962C8B-B14F-4D97-AF65-F5344CB8AC3E}">
        <p14:creationId xmlns:p14="http://schemas.microsoft.com/office/powerpoint/2010/main" val="2176326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5</a:t>
            </a:fld>
            <a:endParaRPr lang="zh-CN" altLang="en-US"/>
          </a:p>
        </p:txBody>
      </p:sp>
    </p:spTree>
    <p:extLst>
      <p:ext uri="{BB962C8B-B14F-4D97-AF65-F5344CB8AC3E}">
        <p14:creationId xmlns:p14="http://schemas.microsoft.com/office/powerpoint/2010/main" val="35486354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6</a:t>
            </a:fld>
            <a:endParaRPr lang="zh-CN" altLang="en-US"/>
          </a:p>
        </p:txBody>
      </p:sp>
    </p:spTree>
    <p:extLst>
      <p:ext uri="{BB962C8B-B14F-4D97-AF65-F5344CB8AC3E}">
        <p14:creationId xmlns:p14="http://schemas.microsoft.com/office/powerpoint/2010/main" val="1789520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7</a:t>
            </a:fld>
            <a:endParaRPr lang="zh-CN" altLang="en-US"/>
          </a:p>
        </p:txBody>
      </p:sp>
    </p:spTree>
    <p:extLst>
      <p:ext uri="{BB962C8B-B14F-4D97-AF65-F5344CB8AC3E}">
        <p14:creationId xmlns:p14="http://schemas.microsoft.com/office/powerpoint/2010/main" val="16743555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8</a:t>
            </a:fld>
            <a:endParaRPr lang="zh-CN" altLang="en-US"/>
          </a:p>
        </p:txBody>
      </p:sp>
    </p:spTree>
    <p:extLst>
      <p:ext uri="{BB962C8B-B14F-4D97-AF65-F5344CB8AC3E}">
        <p14:creationId xmlns:p14="http://schemas.microsoft.com/office/powerpoint/2010/main" val="2803424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9</a:t>
            </a:fld>
            <a:endParaRPr lang="zh-CN" altLang="en-US"/>
          </a:p>
        </p:txBody>
      </p:sp>
    </p:spTree>
    <p:extLst>
      <p:ext uri="{BB962C8B-B14F-4D97-AF65-F5344CB8AC3E}">
        <p14:creationId xmlns:p14="http://schemas.microsoft.com/office/powerpoint/2010/main" val="22869714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10</a:t>
            </a:fld>
            <a:endParaRPr lang="zh-CN" altLang="en-US"/>
          </a:p>
        </p:txBody>
      </p:sp>
    </p:spTree>
    <p:extLst>
      <p:ext uri="{BB962C8B-B14F-4D97-AF65-F5344CB8AC3E}">
        <p14:creationId xmlns:p14="http://schemas.microsoft.com/office/powerpoint/2010/main" val="22419270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11</a:t>
            </a:fld>
            <a:endParaRPr lang="zh-CN" altLang="en-US"/>
          </a:p>
        </p:txBody>
      </p:sp>
    </p:spTree>
    <p:extLst>
      <p:ext uri="{BB962C8B-B14F-4D97-AF65-F5344CB8AC3E}">
        <p14:creationId xmlns:p14="http://schemas.microsoft.com/office/powerpoint/2010/main" val="42091996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12</a:t>
            </a:fld>
            <a:endParaRPr lang="zh-CN" altLang="en-US"/>
          </a:p>
        </p:txBody>
      </p:sp>
    </p:spTree>
    <p:extLst>
      <p:ext uri="{BB962C8B-B14F-4D97-AF65-F5344CB8AC3E}">
        <p14:creationId xmlns:p14="http://schemas.microsoft.com/office/powerpoint/2010/main" val="16398891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13</a:t>
            </a:fld>
            <a:endParaRPr lang="zh-CN" altLang="en-US"/>
          </a:p>
        </p:txBody>
      </p:sp>
    </p:spTree>
    <p:extLst>
      <p:ext uri="{BB962C8B-B14F-4D97-AF65-F5344CB8AC3E}">
        <p14:creationId xmlns:p14="http://schemas.microsoft.com/office/powerpoint/2010/main" val="1978689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14</a:t>
            </a:fld>
            <a:endParaRPr lang="zh-CN" altLang="en-US"/>
          </a:p>
        </p:txBody>
      </p:sp>
    </p:spTree>
    <p:extLst>
      <p:ext uri="{BB962C8B-B14F-4D97-AF65-F5344CB8AC3E}">
        <p14:creationId xmlns:p14="http://schemas.microsoft.com/office/powerpoint/2010/main" val="40589221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15</a:t>
            </a:fld>
            <a:endParaRPr lang="zh-CN" altLang="en-US"/>
          </a:p>
        </p:txBody>
      </p:sp>
    </p:spTree>
    <p:extLst>
      <p:ext uri="{BB962C8B-B14F-4D97-AF65-F5344CB8AC3E}">
        <p14:creationId xmlns:p14="http://schemas.microsoft.com/office/powerpoint/2010/main" val="2277163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16</a:t>
            </a:fld>
            <a:endParaRPr lang="zh-CN" altLang="en-US"/>
          </a:p>
        </p:txBody>
      </p:sp>
    </p:spTree>
    <p:extLst>
      <p:ext uri="{BB962C8B-B14F-4D97-AF65-F5344CB8AC3E}">
        <p14:creationId xmlns:p14="http://schemas.microsoft.com/office/powerpoint/2010/main" val="12870468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17</a:t>
            </a:fld>
            <a:endParaRPr lang="zh-CN" altLang="en-US"/>
          </a:p>
        </p:txBody>
      </p:sp>
    </p:spTree>
    <p:extLst>
      <p:ext uri="{BB962C8B-B14F-4D97-AF65-F5344CB8AC3E}">
        <p14:creationId xmlns:p14="http://schemas.microsoft.com/office/powerpoint/2010/main" val="14960113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18</a:t>
            </a:fld>
            <a:endParaRPr lang="zh-CN" altLang="en-US"/>
          </a:p>
        </p:txBody>
      </p:sp>
    </p:spTree>
    <p:extLst>
      <p:ext uri="{BB962C8B-B14F-4D97-AF65-F5344CB8AC3E}">
        <p14:creationId xmlns:p14="http://schemas.microsoft.com/office/powerpoint/2010/main" val="29495014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19</a:t>
            </a:fld>
            <a:endParaRPr lang="zh-CN" altLang="en-US"/>
          </a:p>
        </p:txBody>
      </p:sp>
    </p:spTree>
    <p:extLst>
      <p:ext uri="{BB962C8B-B14F-4D97-AF65-F5344CB8AC3E}">
        <p14:creationId xmlns:p14="http://schemas.microsoft.com/office/powerpoint/2010/main" val="14466137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20</a:t>
            </a:fld>
            <a:endParaRPr lang="zh-CN" altLang="en-US"/>
          </a:p>
        </p:txBody>
      </p:sp>
    </p:spTree>
    <p:extLst>
      <p:ext uri="{BB962C8B-B14F-4D97-AF65-F5344CB8AC3E}">
        <p14:creationId xmlns:p14="http://schemas.microsoft.com/office/powerpoint/2010/main" val="22119309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21</a:t>
            </a:fld>
            <a:endParaRPr lang="zh-CN" altLang="en-US"/>
          </a:p>
        </p:txBody>
      </p:sp>
    </p:spTree>
    <p:extLst>
      <p:ext uri="{BB962C8B-B14F-4D97-AF65-F5344CB8AC3E}">
        <p14:creationId xmlns:p14="http://schemas.microsoft.com/office/powerpoint/2010/main" val="38252043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22</a:t>
            </a:fld>
            <a:endParaRPr lang="zh-CN" altLang="en-US"/>
          </a:p>
        </p:txBody>
      </p:sp>
    </p:spTree>
    <p:extLst>
      <p:ext uri="{BB962C8B-B14F-4D97-AF65-F5344CB8AC3E}">
        <p14:creationId xmlns:p14="http://schemas.microsoft.com/office/powerpoint/2010/main" val="38437429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23</a:t>
            </a:fld>
            <a:endParaRPr lang="zh-CN" altLang="en-US"/>
          </a:p>
        </p:txBody>
      </p:sp>
    </p:spTree>
    <p:extLst>
      <p:ext uri="{BB962C8B-B14F-4D97-AF65-F5344CB8AC3E}">
        <p14:creationId xmlns:p14="http://schemas.microsoft.com/office/powerpoint/2010/main" val="9351403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24</a:t>
            </a:fld>
            <a:endParaRPr lang="zh-CN" altLang="en-US"/>
          </a:p>
        </p:txBody>
      </p:sp>
    </p:spTree>
    <p:extLst>
      <p:ext uri="{BB962C8B-B14F-4D97-AF65-F5344CB8AC3E}">
        <p14:creationId xmlns:p14="http://schemas.microsoft.com/office/powerpoint/2010/main" val="31053915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25</a:t>
            </a:fld>
            <a:endParaRPr lang="zh-CN" altLang="en-US"/>
          </a:p>
        </p:txBody>
      </p:sp>
    </p:spTree>
    <p:extLst>
      <p:ext uri="{BB962C8B-B14F-4D97-AF65-F5344CB8AC3E}">
        <p14:creationId xmlns:p14="http://schemas.microsoft.com/office/powerpoint/2010/main" val="22393437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26</a:t>
            </a:fld>
            <a:endParaRPr lang="zh-CN" altLang="en-US"/>
          </a:p>
        </p:txBody>
      </p:sp>
    </p:spTree>
    <p:extLst>
      <p:ext uri="{BB962C8B-B14F-4D97-AF65-F5344CB8AC3E}">
        <p14:creationId xmlns:p14="http://schemas.microsoft.com/office/powerpoint/2010/main" val="9574687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27</a:t>
            </a:fld>
            <a:endParaRPr lang="zh-CN" altLang="en-US"/>
          </a:p>
        </p:txBody>
      </p:sp>
    </p:spTree>
    <p:extLst>
      <p:ext uri="{BB962C8B-B14F-4D97-AF65-F5344CB8AC3E}">
        <p14:creationId xmlns:p14="http://schemas.microsoft.com/office/powerpoint/2010/main" val="37722411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28</a:t>
            </a:fld>
            <a:endParaRPr lang="zh-CN" altLang="en-US"/>
          </a:p>
        </p:txBody>
      </p:sp>
    </p:spTree>
    <p:extLst>
      <p:ext uri="{BB962C8B-B14F-4D97-AF65-F5344CB8AC3E}">
        <p14:creationId xmlns:p14="http://schemas.microsoft.com/office/powerpoint/2010/main" val="28187114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29</a:t>
            </a:fld>
            <a:endParaRPr lang="zh-CN" altLang="en-US"/>
          </a:p>
        </p:txBody>
      </p:sp>
    </p:spTree>
    <p:extLst>
      <p:ext uri="{BB962C8B-B14F-4D97-AF65-F5344CB8AC3E}">
        <p14:creationId xmlns:p14="http://schemas.microsoft.com/office/powerpoint/2010/main" val="20503822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567D84A-3049-44F6-8517-64F0971FDD2A}" type="slidenum">
              <a:rPr lang="zh-CN" altLang="en-US" smtClean="0"/>
              <a:t>30</a:t>
            </a:fld>
            <a:endParaRPr lang="zh-CN" altLang="en-US"/>
          </a:p>
        </p:txBody>
      </p:sp>
    </p:spTree>
    <p:extLst>
      <p:ext uri="{BB962C8B-B14F-4D97-AF65-F5344CB8AC3E}">
        <p14:creationId xmlns:p14="http://schemas.microsoft.com/office/powerpoint/2010/main" val="913905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5A646B-F117-4928-A8A2-1716300C34F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5781FEE-C1F4-469A-9E36-8F4601D2EC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C8552C6-A02E-47D7-A268-DC48634E3532}"/>
              </a:ext>
            </a:extLst>
          </p:cNvPr>
          <p:cNvSpPr>
            <a:spLocks noGrp="1"/>
          </p:cNvSpPr>
          <p:nvPr>
            <p:ph type="dt" sz="half" idx="10"/>
          </p:nvPr>
        </p:nvSpPr>
        <p:spPr/>
        <p:txBody>
          <a:bodyPr/>
          <a:lstStyle/>
          <a:p>
            <a:fld id="{B7FFDAE1-EB67-42CF-B593-56AA292DA8C8}" type="datetimeFigureOut">
              <a:rPr lang="zh-CN" altLang="en-US" smtClean="0"/>
              <a:t>2020/6/7</a:t>
            </a:fld>
            <a:endParaRPr lang="zh-CN" altLang="en-US"/>
          </a:p>
        </p:txBody>
      </p:sp>
      <p:sp>
        <p:nvSpPr>
          <p:cNvPr id="5" name="页脚占位符 4">
            <a:extLst>
              <a:ext uri="{FF2B5EF4-FFF2-40B4-BE49-F238E27FC236}">
                <a16:creationId xmlns:a16="http://schemas.microsoft.com/office/drawing/2014/main" id="{2FA628B0-905E-46AF-9C51-C2B5AF8925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1B8A775-5E37-4409-A4E7-F0814E9F7A8A}"/>
              </a:ext>
            </a:extLst>
          </p:cNvPr>
          <p:cNvSpPr>
            <a:spLocks noGrp="1"/>
          </p:cNvSpPr>
          <p:nvPr>
            <p:ph type="sldNum" sz="quarter" idx="12"/>
          </p:nvPr>
        </p:nvSpPr>
        <p:spPr/>
        <p:txBody>
          <a:bodyPr/>
          <a:lstStyle/>
          <a:p>
            <a:fld id="{DA1E6056-67A1-460C-8D55-8E0798092675}" type="slidenum">
              <a:rPr lang="zh-CN" altLang="en-US" smtClean="0"/>
              <a:t>‹#›</a:t>
            </a:fld>
            <a:endParaRPr lang="zh-CN" altLang="en-US"/>
          </a:p>
        </p:txBody>
      </p:sp>
    </p:spTree>
    <p:extLst>
      <p:ext uri="{BB962C8B-B14F-4D97-AF65-F5344CB8AC3E}">
        <p14:creationId xmlns:p14="http://schemas.microsoft.com/office/powerpoint/2010/main" val="1623593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29B327-6DC4-489C-A130-8CF667D3CDA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86EB504-E0E5-46C5-B6D0-95B1660E27D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030CF13-8903-4992-88F7-C55D7F4E7C48}"/>
              </a:ext>
            </a:extLst>
          </p:cNvPr>
          <p:cNvSpPr>
            <a:spLocks noGrp="1"/>
          </p:cNvSpPr>
          <p:nvPr>
            <p:ph type="dt" sz="half" idx="10"/>
          </p:nvPr>
        </p:nvSpPr>
        <p:spPr/>
        <p:txBody>
          <a:bodyPr/>
          <a:lstStyle/>
          <a:p>
            <a:fld id="{B7FFDAE1-EB67-42CF-B593-56AA292DA8C8}" type="datetimeFigureOut">
              <a:rPr lang="zh-CN" altLang="en-US" smtClean="0"/>
              <a:t>2020/6/7</a:t>
            </a:fld>
            <a:endParaRPr lang="zh-CN" altLang="en-US"/>
          </a:p>
        </p:txBody>
      </p:sp>
      <p:sp>
        <p:nvSpPr>
          <p:cNvPr id="5" name="页脚占位符 4">
            <a:extLst>
              <a:ext uri="{FF2B5EF4-FFF2-40B4-BE49-F238E27FC236}">
                <a16:creationId xmlns:a16="http://schemas.microsoft.com/office/drawing/2014/main" id="{3C41C592-991D-4A88-81B0-FA07E26D1C7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16A61AE-DFB6-4E40-B78C-76E64498C698}"/>
              </a:ext>
            </a:extLst>
          </p:cNvPr>
          <p:cNvSpPr>
            <a:spLocks noGrp="1"/>
          </p:cNvSpPr>
          <p:nvPr>
            <p:ph type="sldNum" sz="quarter" idx="12"/>
          </p:nvPr>
        </p:nvSpPr>
        <p:spPr/>
        <p:txBody>
          <a:bodyPr/>
          <a:lstStyle/>
          <a:p>
            <a:fld id="{DA1E6056-67A1-460C-8D55-8E0798092675}" type="slidenum">
              <a:rPr lang="zh-CN" altLang="en-US" smtClean="0"/>
              <a:t>‹#›</a:t>
            </a:fld>
            <a:endParaRPr lang="zh-CN" altLang="en-US"/>
          </a:p>
        </p:txBody>
      </p:sp>
    </p:spTree>
    <p:extLst>
      <p:ext uri="{BB962C8B-B14F-4D97-AF65-F5344CB8AC3E}">
        <p14:creationId xmlns:p14="http://schemas.microsoft.com/office/powerpoint/2010/main" val="4192824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CEF327-DE46-4FD7-851C-CAD5A20AC88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0308B61-6FAC-4108-97CC-3ACD182B93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E0CB1DC-8355-42C5-AF00-8E36F02E523B}"/>
              </a:ext>
            </a:extLst>
          </p:cNvPr>
          <p:cNvSpPr>
            <a:spLocks noGrp="1"/>
          </p:cNvSpPr>
          <p:nvPr>
            <p:ph type="dt" sz="half" idx="10"/>
          </p:nvPr>
        </p:nvSpPr>
        <p:spPr/>
        <p:txBody>
          <a:bodyPr/>
          <a:lstStyle/>
          <a:p>
            <a:fld id="{B7FFDAE1-EB67-42CF-B593-56AA292DA8C8}" type="datetimeFigureOut">
              <a:rPr lang="zh-CN" altLang="en-US" smtClean="0"/>
              <a:t>2020/6/7</a:t>
            </a:fld>
            <a:endParaRPr lang="zh-CN" altLang="en-US"/>
          </a:p>
        </p:txBody>
      </p:sp>
      <p:sp>
        <p:nvSpPr>
          <p:cNvPr id="5" name="页脚占位符 4">
            <a:extLst>
              <a:ext uri="{FF2B5EF4-FFF2-40B4-BE49-F238E27FC236}">
                <a16:creationId xmlns:a16="http://schemas.microsoft.com/office/drawing/2014/main" id="{9DA65AD0-D1B3-49A8-9F94-E603B5BA18E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F33DBE1-743B-438D-92D3-E40E206ACF16}"/>
              </a:ext>
            </a:extLst>
          </p:cNvPr>
          <p:cNvSpPr>
            <a:spLocks noGrp="1"/>
          </p:cNvSpPr>
          <p:nvPr>
            <p:ph type="sldNum" sz="quarter" idx="12"/>
          </p:nvPr>
        </p:nvSpPr>
        <p:spPr/>
        <p:txBody>
          <a:bodyPr/>
          <a:lstStyle/>
          <a:p>
            <a:fld id="{DA1E6056-67A1-460C-8D55-8E0798092675}" type="slidenum">
              <a:rPr lang="zh-CN" altLang="en-US" smtClean="0"/>
              <a:t>‹#›</a:t>
            </a:fld>
            <a:endParaRPr lang="zh-CN" altLang="en-US"/>
          </a:p>
        </p:txBody>
      </p:sp>
    </p:spTree>
    <p:extLst>
      <p:ext uri="{BB962C8B-B14F-4D97-AF65-F5344CB8AC3E}">
        <p14:creationId xmlns:p14="http://schemas.microsoft.com/office/powerpoint/2010/main" val="111713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DA7060-857A-4930-832C-C09BFD4FCF3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F7FF8F7-2B15-4A01-A575-53845FA96B4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701E7A-8C68-4E20-A803-855BD0F40B8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C615B9C-5EC5-4D9B-B5D9-BB2972780CF4}"/>
              </a:ext>
            </a:extLst>
          </p:cNvPr>
          <p:cNvSpPr>
            <a:spLocks noGrp="1"/>
          </p:cNvSpPr>
          <p:nvPr>
            <p:ph type="dt" sz="half" idx="10"/>
          </p:nvPr>
        </p:nvSpPr>
        <p:spPr/>
        <p:txBody>
          <a:bodyPr/>
          <a:lstStyle/>
          <a:p>
            <a:fld id="{B7FFDAE1-EB67-42CF-B593-56AA292DA8C8}" type="datetimeFigureOut">
              <a:rPr lang="zh-CN" altLang="en-US" smtClean="0"/>
              <a:t>2020/6/7</a:t>
            </a:fld>
            <a:endParaRPr lang="zh-CN" altLang="en-US"/>
          </a:p>
        </p:txBody>
      </p:sp>
      <p:sp>
        <p:nvSpPr>
          <p:cNvPr id="6" name="页脚占位符 5">
            <a:extLst>
              <a:ext uri="{FF2B5EF4-FFF2-40B4-BE49-F238E27FC236}">
                <a16:creationId xmlns:a16="http://schemas.microsoft.com/office/drawing/2014/main" id="{E22F8F48-9F51-4F97-9DA9-9E015ACE486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BA7C295-EAAA-41B7-986C-D8AFF63FDDD6}"/>
              </a:ext>
            </a:extLst>
          </p:cNvPr>
          <p:cNvSpPr>
            <a:spLocks noGrp="1"/>
          </p:cNvSpPr>
          <p:nvPr>
            <p:ph type="sldNum" sz="quarter" idx="12"/>
          </p:nvPr>
        </p:nvSpPr>
        <p:spPr/>
        <p:txBody>
          <a:bodyPr/>
          <a:lstStyle/>
          <a:p>
            <a:fld id="{DA1E6056-67A1-460C-8D55-8E0798092675}" type="slidenum">
              <a:rPr lang="zh-CN" altLang="en-US" smtClean="0"/>
              <a:t>‹#›</a:t>
            </a:fld>
            <a:endParaRPr lang="zh-CN" altLang="en-US"/>
          </a:p>
        </p:txBody>
      </p:sp>
    </p:spTree>
    <p:extLst>
      <p:ext uri="{BB962C8B-B14F-4D97-AF65-F5344CB8AC3E}">
        <p14:creationId xmlns:p14="http://schemas.microsoft.com/office/powerpoint/2010/main" val="2907778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0F4CDC-4DFE-4DB1-972E-CE28FCB9A10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E09ECFB-135A-4BF2-82FE-C099094248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4914377-BA6A-4199-BDEB-7EFD3B82FC7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CA16539-559F-474B-992A-1331A0355B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29C14912-C4A7-47EF-A8EC-B0F50FA6545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71CC34F-E9B9-4EFD-A3C4-0BA19D4EA5A9}"/>
              </a:ext>
            </a:extLst>
          </p:cNvPr>
          <p:cNvSpPr>
            <a:spLocks noGrp="1"/>
          </p:cNvSpPr>
          <p:nvPr>
            <p:ph type="dt" sz="half" idx="10"/>
          </p:nvPr>
        </p:nvSpPr>
        <p:spPr/>
        <p:txBody>
          <a:bodyPr/>
          <a:lstStyle/>
          <a:p>
            <a:fld id="{B7FFDAE1-EB67-42CF-B593-56AA292DA8C8}" type="datetimeFigureOut">
              <a:rPr lang="zh-CN" altLang="en-US" smtClean="0"/>
              <a:t>2020/6/7</a:t>
            </a:fld>
            <a:endParaRPr lang="zh-CN" altLang="en-US"/>
          </a:p>
        </p:txBody>
      </p:sp>
      <p:sp>
        <p:nvSpPr>
          <p:cNvPr id="8" name="页脚占位符 7">
            <a:extLst>
              <a:ext uri="{FF2B5EF4-FFF2-40B4-BE49-F238E27FC236}">
                <a16:creationId xmlns:a16="http://schemas.microsoft.com/office/drawing/2014/main" id="{A0306A62-EAF9-495D-B60F-8B898B61FEA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351980E-AD6D-4890-B2E1-61420E5AAAF7}"/>
              </a:ext>
            </a:extLst>
          </p:cNvPr>
          <p:cNvSpPr>
            <a:spLocks noGrp="1"/>
          </p:cNvSpPr>
          <p:nvPr>
            <p:ph type="sldNum" sz="quarter" idx="12"/>
          </p:nvPr>
        </p:nvSpPr>
        <p:spPr/>
        <p:txBody>
          <a:bodyPr/>
          <a:lstStyle/>
          <a:p>
            <a:fld id="{DA1E6056-67A1-460C-8D55-8E0798092675}" type="slidenum">
              <a:rPr lang="zh-CN" altLang="en-US" smtClean="0"/>
              <a:t>‹#›</a:t>
            </a:fld>
            <a:endParaRPr lang="zh-CN" altLang="en-US"/>
          </a:p>
        </p:txBody>
      </p:sp>
    </p:spTree>
    <p:extLst>
      <p:ext uri="{BB962C8B-B14F-4D97-AF65-F5344CB8AC3E}">
        <p14:creationId xmlns:p14="http://schemas.microsoft.com/office/powerpoint/2010/main" val="2782407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366452-93AB-427B-9625-F906CB897E8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9FD17F3-7053-4148-800C-FB4B3C05E044}"/>
              </a:ext>
            </a:extLst>
          </p:cNvPr>
          <p:cNvSpPr>
            <a:spLocks noGrp="1"/>
          </p:cNvSpPr>
          <p:nvPr>
            <p:ph type="dt" sz="half" idx="10"/>
          </p:nvPr>
        </p:nvSpPr>
        <p:spPr/>
        <p:txBody>
          <a:bodyPr/>
          <a:lstStyle/>
          <a:p>
            <a:fld id="{B7FFDAE1-EB67-42CF-B593-56AA292DA8C8}" type="datetimeFigureOut">
              <a:rPr lang="zh-CN" altLang="en-US" smtClean="0"/>
              <a:t>2020/6/7</a:t>
            </a:fld>
            <a:endParaRPr lang="zh-CN" altLang="en-US"/>
          </a:p>
        </p:txBody>
      </p:sp>
      <p:sp>
        <p:nvSpPr>
          <p:cNvPr id="4" name="页脚占位符 3">
            <a:extLst>
              <a:ext uri="{FF2B5EF4-FFF2-40B4-BE49-F238E27FC236}">
                <a16:creationId xmlns:a16="http://schemas.microsoft.com/office/drawing/2014/main" id="{66709179-9F05-4ED9-898C-DD1E14C4EE1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9DE3C05-79FC-42A5-B9A2-AC8CCD3D26AD}"/>
              </a:ext>
            </a:extLst>
          </p:cNvPr>
          <p:cNvSpPr>
            <a:spLocks noGrp="1"/>
          </p:cNvSpPr>
          <p:nvPr>
            <p:ph type="sldNum" sz="quarter" idx="12"/>
          </p:nvPr>
        </p:nvSpPr>
        <p:spPr/>
        <p:txBody>
          <a:bodyPr/>
          <a:lstStyle/>
          <a:p>
            <a:fld id="{DA1E6056-67A1-460C-8D55-8E0798092675}" type="slidenum">
              <a:rPr lang="zh-CN" altLang="en-US" smtClean="0"/>
              <a:t>‹#›</a:t>
            </a:fld>
            <a:endParaRPr lang="zh-CN" altLang="en-US"/>
          </a:p>
        </p:txBody>
      </p:sp>
    </p:spTree>
    <p:extLst>
      <p:ext uri="{BB962C8B-B14F-4D97-AF65-F5344CB8AC3E}">
        <p14:creationId xmlns:p14="http://schemas.microsoft.com/office/powerpoint/2010/main" val="30465907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3BF4A8C-F0F4-41A6-BF41-876FEF21AB89}"/>
              </a:ext>
            </a:extLst>
          </p:cNvPr>
          <p:cNvSpPr>
            <a:spLocks noGrp="1"/>
          </p:cNvSpPr>
          <p:nvPr>
            <p:ph type="dt" sz="half" idx="10"/>
          </p:nvPr>
        </p:nvSpPr>
        <p:spPr/>
        <p:txBody>
          <a:bodyPr/>
          <a:lstStyle/>
          <a:p>
            <a:fld id="{B7FFDAE1-EB67-42CF-B593-56AA292DA8C8}" type="datetimeFigureOut">
              <a:rPr lang="zh-CN" altLang="en-US" smtClean="0"/>
              <a:t>2020/6/7</a:t>
            </a:fld>
            <a:endParaRPr lang="zh-CN" altLang="en-US"/>
          </a:p>
        </p:txBody>
      </p:sp>
      <p:sp>
        <p:nvSpPr>
          <p:cNvPr id="3" name="页脚占位符 2">
            <a:extLst>
              <a:ext uri="{FF2B5EF4-FFF2-40B4-BE49-F238E27FC236}">
                <a16:creationId xmlns:a16="http://schemas.microsoft.com/office/drawing/2014/main" id="{5F4BE2DC-A408-49B2-A4F8-EE9769AFFE7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3A16DA8-302B-4AE1-AF88-B9CFFEEEBABF}"/>
              </a:ext>
            </a:extLst>
          </p:cNvPr>
          <p:cNvSpPr>
            <a:spLocks noGrp="1"/>
          </p:cNvSpPr>
          <p:nvPr>
            <p:ph type="sldNum" sz="quarter" idx="12"/>
          </p:nvPr>
        </p:nvSpPr>
        <p:spPr/>
        <p:txBody>
          <a:bodyPr/>
          <a:lstStyle/>
          <a:p>
            <a:fld id="{DA1E6056-67A1-460C-8D55-8E0798092675}" type="slidenum">
              <a:rPr lang="zh-CN" altLang="en-US" smtClean="0"/>
              <a:t>‹#›</a:t>
            </a:fld>
            <a:endParaRPr lang="zh-CN" altLang="en-US"/>
          </a:p>
        </p:txBody>
      </p:sp>
    </p:spTree>
    <p:extLst>
      <p:ext uri="{BB962C8B-B14F-4D97-AF65-F5344CB8AC3E}">
        <p14:creationId xmlns:p14="http://schemas.microsoft.com/office/powerpoint/2010/main" val="6739002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940FE9-4853-4B02-9ACB-5CAF188470B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58361D0-290C-442A-8B44-B0642C42D6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AEF0013-B4AF-4C3C-AB98-C192E7C391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0A2650F-35B1-4222-8E3D-55C4DBD2B6F3}"/>
              </a:ext>
            </a:extLst>
          </p:cNvPr>
          <p:cNvSpPr>
            <a:spLocks noGrp="1"/>
          </p:cNvSpPr>
          <p:nvPr>
            <p:ph type="dt" sz="half" idx="10"/>
          </p:nvPr>
        </p:nvSpPr>
        <p:spPr/>
        <p:txBody>
          <a:bodyPr/>
          <a:lstStyle/>
          <a:p>
            <a:fld id="{B7FFDAE1-EB67-42CF-B593-56AA292DA8C8}" type="datetimeFigureOut">
              <a:rPr lang="zh-CN" altLang="en-US" smtClean="0"/>
              <a:t>2020/6/7</a:t>
            </a:fld>
            <a:endParaRPr lang="zh-CN" altLang="en-US"/>
          </a:p>
        </p:txBody>
      </p:sp>
      <p:sp>
        <p:nvSpPr>
          <p:cNvPr id="6" name="页脚占位符 5">
            <a:extLst>
              <a:ext uri="{FF2B5EF4-FFF2-40B4-BE49-F238E27FC236}">
                <a16:creationId xmlns:a16="http://schemas.microsoft.com/office/drawing/2014/main" id="{D6E7498D-7297-4B92-A228-86A6C90602D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2A8D0AA-D078-408B-B714-3CE8EF0C9B60}"/>
              </a:ext>
            </a:extLst>
          </p:cNvPr>
          <p:cNvSpPr>
            <a:spLocks noGrp="1"/>
          </p:cNvSpPr>
          <p:nvPr>
            <p:ph type="sldNum" sz="quarter" idx="12"/>
          </p:nvPr>
        </p:nvSpPr>
        <p:spPr/>
        <p:txBody>
          <a:bodyPr/>
          <a:lstStyle/>
          <a:p>
            <a:fld id="{DA1E6056-67A1-460C-8D55-8E0798092675}" type="slidenum">
              <a:rPr lang="zh-CN" altLang="en-US" smtClean="0"/>
              <a:t>‹#›</a:t>
            </a:fld>
            <a:endParaRPr lang="zh-CN" altLang="en-US"/>
          </a:p>
        </p:txBody>
      </p:sp>
    </p:spTree>
    <p:extLst>
      <p:ext uri="{BB962C8B-B14F-4D97-AF65-F5344CB8AC3E}">
        <p14:creationId xmlns:p14="http://schemas.microsoft.com/office/powerpoint/2010/main" val="450467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7FEBB0-8B3B-410D-A075-42A14BE6210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B37B9B3-435A-479F-8455-3BFE235CA0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EB4E751-9289-4C4E-9418-EE2ED45DDF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37B3CBA-A6F8-46D2-B8FE-0FCC383C9458}"/>
              </a:ext>
            </a:extLst>
          </p:cNvPr>
          <p:cNvSpPr>
            <a:spLocks noGrp="1"/>
          </p:cNvSpPr>
          <p:nvPr>
            <p:ph type="dt" sz="half" idx="10"/>
          </p:nvPr>
        </p:nvSpPr>
        <p:spPr/>
        <p:txBody>
          <a:bodyPr/>
          <a:lstStyle/>
          <a:p>
            <a:fld id="{B7FFDAE1-EB67-42CF-B593-56AA292DA8C8}" type="datetimeFigureOut">
              <a:rPr lang="zh-CN" altLang="en-US" smtClean="0"/>
              <a:t>2020/6/7</a:t>
            </a:fld>
            <a:endParaRPr lang="zh-CN" altLang="en-US"/>
          </a:p>
        </p:txBody>
      </p:sp>
      <p:sp>
        <p:nvSpPr>
          <p:cNvPr id="6" name="页脚占位符 5">
            <a:extLst>
              <a:ext uri="{FF2B5EF4-FFF2-40B4-BE49-F238E27FC236}">
                <a16:creationId xmlns:a16="http://schemas.microsoft.com/office/drawing/2014/main" id="{7364EF54-A7CA-4392-9234-4DDE22D7195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3F75E53-F65D-44C7-939C-A76A1D47C7C1}"/>
              </a:ext>
            </a:extLst>
          </p:cNvPr>
          <p:cNvSpPr>
            <a:spLocks noGrp="1"/>
          </p:cNvSpPr>
          <p:nvPr>
            <p:ph type="sldNum" sz="quarter" idx="12"/>
          </p:nvPr>
        </p:nvSpPr>
        <p:spPr/>
        <p:txBody>
          <a:bodyPr/>
          <a:lstStyle/>
          <a:p>
            <a:fld id="{DA1E6056-67A1-460C-8D55-8E0798092675}" type="slidenum">
              <a:rPr lang="zh-CN" altLang="en-US" smtClean="0"/>
              <a:t>‹#›</a:t>
            </a:fld>
            <a:endParaRPr lang="zh-CN" altLang="en-US"/>
          </a:p>
        </p:txBody>
      </p:sp>
    </p:spTree>
    <p:extLst>
      <p:ext uri="{BB962C8B-B14F-4D97-AF65-F5344CB8AC3E}">
        <p14:creationId xmlns:p14="http://schemas.microsoft.com/office/powerpoint/2010/main" val="24971193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816F80-4702-44BD-867F-324A473EAB7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2F0CDC5-CE5D-4691-97FD-895FAEEA2B48}"/>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ECE9BBA-8B26-464A-893C-B296D43FA6B0}"/>
              </a:ext>
            </a:extLst>
          </p:cNvPr>
          <p:cNvSpPr>
            <a:spLocks noGrp="1"/>
          </p:cNvSpPr>
          <p:nvPr>
            <p:ph type="dt" sz="half" idx="10"/>
          </p:nvPr>
        </p:nvSpPr>
        <p:spPr/>
        <p:txBody>
          <a:bodyPr/>
          <a:lstStyle/>
          <a:p>
            <a:fld id="{B7FFDAE1-EB67-42CF-B593-56AA292DA8C8}" type="datetimeFigureOut">
              <a:rPr lang="zh-CN" altLang="en-US" smtClean="0"/>
              <a:t>2020/6/7</a:t>
            </a:fld>
            <a:endParaRPr lang="zh-CN" altLang="en-US"/>
          </a:p>
        </p:txBody>
      </p:sp>
      <p:sp>
        <p:nvSpPr>
          <p:cNvPr id="5" name="页脚占位符 4">
            <a:extLst>
              <a:ext uri="{FF2B5EF4-FFF2-40B4-BE49-F238E27FC236}">
                <a16:creationId xmlns:a16="http://schemas.microsoft.com/office/drawing/2014/main" id="{34601B33-B587-4FB0-85AB-DDC1F4A34B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610712C-C969-4C2A-8ABC-CCD2466F869D}"/>
              </a:ext>
            </a:extLst>
          </p:cNvPr>
          <p:cNvSpPr>
            <a:spLocks noGrp="1"/>
          </p:cNvSpPr>
          <p:nvPr>
            <p:ph type="sldNum" sz="quarter" idx="12"/>
          </p:nvPr>
        </p:nvSpPr>
        <p:spPr/>
        <p:txBody>
          <a:bodyPr/>
          <a:lstStyle/>
          <a:p>
            <a:fld id="{DA1E6056-67A1-460C-8D55-8E0798092675}" type="slidenum">
              <a:rPr lang="zh-CN" altLang="en-US" smtClean="0"/>
              <a:t>‹#›</a:t>
            </a:fld>
            <a:endParaRPr lang="zh-CN" altLang="en-US"/>
          </a:p>
        </p:txBody>
      </p:sp>
    </p:spTree>
    <p:extLst>
      <p:ext uri="{BB962C8B-B14F-4D97-AF65-F5344CB8AC3E}">
        <p14:creationId xmlns:p14="http://schemas.microsoft.com/office/powerpoint/2010/main" val="19603341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5EEDC4F-CF6F-4F5A-B7D5-5DDA55C2955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E88988E-73BA-47A0-9593-2824B50A451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2CE60E4-1A17-46B8-BD11-6895D1EA9915}"/>
              </a:ext>
            </a:extLst>
          </p:cNvPr>
          <p:cNvSpPr>
            <a:spLocks noGrp="1"/>
          </p:cNvSpPr>
          <p:nvPr>
            <p:ph type="dt" sz="half" idx="10"/>
          </p:nvPr>
        </p:nvSpPr>
        <p:spPr/>
        <p:txBody>
          <a:bodyPr/>
          <a:lstStyle/>
          <a:p>
            <a:fld id="{B7FFDAE1-EB67-42CF-B593-56AA292DA8C8}" type="datetimeFigureOut">
              <a:rPr lang="zh-CN" altLang="en-US" smtClean="0"/>
              <a:t>2020/6/7</a:t>
            </a:fld>
            <a:endParaRPr lang="zh-CN" altLang="en-US"/>
          </a:p>
        </p:txBody>
      </p:sp>
      <p:sp>
        <p:nvSpPr>
          <p:cNvPr id="5" name="页脚占位符 4">
            <a:extLst>
              <a:ext uri="{FF2B5EF4-FFF2-40B4-BE49-F238E27FC236}">
                <a16:creationId xmlns:a16="http://schemas.microsoft.com/office/drawing/2014/main" id="{169CB261-00A7-4DFD-8566-0F34AD0B2F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51146E0-61EB-40A0-AEB0-9AAA4858CF39}"/>
              </a:ext>
            </a:extLst>
          </p:cNvPr>
          <p:cNvSpPr>
            <a:spLocks noGrp="1"/>
          </p:cNvSpPr>
          <p:nvPr>
            <p:ph type="sldNum" sz="quarter" idx="12"/>
          </p:nvPr>
        </p:nvSpPr>
        <p:spPr/>
        <p:txBody>
          <a:bodyPr/>
          <a:lstStyle/>
          <a:p>
            <a:fld id="{DA1E6056-67A1-460C-8D55-8E0798092675}" type="slidenum">
              <a:rPr lang="zh-CN" altLang="en-US" smtClean="0"/>
              <a:t>‹#›</a:t>
            </a:fld>
            <a:endParaRPr lang="zh-CN" altLang="en-US"/>
          </a:p>
        </p:txBody>
      </p:sp>
    </p:spTree>
    <p:extLst>
      <p:ext uri="{BB962C8B-B14F-4D97-AF65-F5344CB8AC3E}">
        <p14:creationId xmlns:p14="http://schemas.microsoft.com/office/powerpoint/2010/main" val="1183403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65000"/>
            <a:lum/>
          </a:blip>
          <a:srcRect/>
          <a:stretch>
            <a:fillRect l="-10000" r="-10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F24FEF5-80E6-49C9-85D6-2BC4782981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EAF9174-E843-4ABD-B37E-7C4FA3D212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7DB30D1-E683-4A0D-B10E-812E5E4C65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FFDAE1-EB67-42CF-B593-56AA292DA8C8}" type="datetimeFigureOut">
              <a:rPr lang="zh-CN" altLang="en-US" smtClean="0"/>
              <a:t>2020/6/7</a:t>
            </a:fld>
            <a:endParaRPr lang="zh-CN" altLang="en-US"/>
          </a:p>
        </p:txBody>
      </p:sp>
      <p:sp>
        <p:nvSpPr>
          <p:cNvPr id="5" name="页脚占位符 4">
            <a:extLst>
              <a:ext uri="{FF2B5EF4-FFF2-40B4-BE49-F238E27FC236}">
                <a16:creationId xmlns:a16="http://schemas.microsoft.com/office/drawing/2014/main" id="{2E056DC2-E1F5-4995-85FF-140FC7BF9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ED04F22-1EEB-4F3C-8EF1-26E3E5B27B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1E6056-67A1-460C-8D55-8E0798092675}" type="slidenum">
              <a:rPr lang="zh-CN" altLang="en-US" smtClean="0"/>
              <a:t>‹#›</a:t>
            </a:fld>
            <a:endParaRPr lang="zh-CN" altLang="en-US"/>
          </a:p>
        </p:txBody>
      </p:sp>
    </p:spTree>
    <p:extLst>
      <p:ext uri="{BB962C8B-B14F-4D97-AF65-F5344CB8AC3E}">
        <p14:creationId xmlns:p14="http://schemas.microsoft.com/office/powerpoint/2010/main" val="3900243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E1B4E00B-A59F-40B7-AE12-5CA474CE7727}"/>
              </a:ext>
            </a:extLst>
          </p:cNvPr>
          <p:cNvSpPr/>
          <p:nvPr/>
        </p:nvSpPr>
        <p:spPr>
          <a:xfrm>
            <a:off x="3006189" y="2318083"/>
            <a:ext cx="2221834" cy="222183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7" name="椭圆 6">
            <a:extLst>
              <a:ext uri="{FF2B5EF4-FFF2-40B4-BE49-F238E27FC236}">
                <a16:creationId xmlns:a16="http://schemas.microsoft.com/office/drawing/2014/main" id="{76422D18-37EE-4390-A0D0-947CB31C5CD6}"/>
              </a:ext>
            </a:extLst>
          </p:cNvPr>
          <p:cNvSpPr/>
          <p:nvPr/>
        </p:nvSpPr>
        <p:spPr>
          <a:xfrm>
            <a:off x="9228795" y="3200400"/>
            <a:ext cx="558015" cy="558015"/>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8" name="椭圆 7">
            <a:extLst>
              <a:ext uri="{FF2B5EF4-FFF2-40B4-BE49-F238E27FC236}">
                <a16:creationId xmlns:a16="http://schemas.microsoft.com/office/drawing/2014/main" id="{595759E0-70EB-4F31-9979-C48DF9140050}"/>
              </a:ext>
            </a:extLst>
          </p:cNvPr>
          <p:cNvSpPr/>
          <p:nvPr/>
        </p:nvSpPr>
        <p:spPr>
          <a:xfrm>
            <a:off x="2744906" y="1382479"/>
            <a:ext cx="4093043" cy="4093043"/>
          </a:xfrm>
          <a:prstGeom prst="ellipse">
            <a:avLst/>
          </a:prstGeom>
          <a:noFill/>
          <a:ln w="571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11" name="矩形 10">
            <a:extLst>
              <a:ext uri="{FF2B5EF4-FFF2-40B4-BE49-F238E27FC236}">
                <a16:creationId xmlns:a16="http://schemas.microsoft.com/office/drawing/2014/main" id="{89E665AE-D1F7-4530-A01D-8118F2016433}"/>
              </a:ext>
            </a:extLst>
          </p:cNvPr>
          <p:cNvSpPr/>
          <p:nvPr/>
        </p:nvSpPr>
        <p:spPr>
          <a:xfrm>
            <a:off x="2144834" y="2867701"/>
            <a:ext cx="6166377" cy="1223412"/>
          </a:xfrm>
          <a:prstGeom prst="rect">
            <a:avLst/>
          </a:prstGeom>
        </p:spPr>
        <p:txBody>
          <a:bodyPr wrap="square" lIns="68580" tIns="34290" rIns="68580" bIns="34290">
            <a:spAutoFit/>
          </a:bodyPr>
          <a:lstStyle/>
          <a:p>
            <a:pPr algn="ctr">
              <a:defRPr/>
            </a:pPr>
            <a:r>
              <a:rPr lang="zh-CN" altLang="en-US" sz="7500" b="1" spc="225" dirty="0">
                <a:solidFill>
                  <a:srgbClr val="292929"/>
                </a:solidFill>
                <a:latin typeface="字魂58号-创中黑" panose="00000500000000000000" pitchFamily="2" charset="-122"/>
                <a:ea typeface="字魂58号-创中黑" panose="00000500000000000000" pitchFamily="2" charset="-122"/>
                <a:cs typeface="+mn-ea"/>
                <a:sym typeface="+mn-lt"/>
              </a:rPr>
              <a:t>报告</a:t>
            </a:r>
            <a:endParaRPr sz="7500" b="1" spc="225" dirty="0">
              <a:solidFill>
                <a:srgbClr val="292929"/>
              </a:solidFill>
              <a:latin typeface="字魂58号-创中黑" panose="00000500000000000000" pitchFamily="2" charset="-122"/>
              <a:ea typeface="字魂58号-创中黑" panose="00000500000000000000" pitchFamily="2" charset="-122"/>
              <a:cs typeface="+mn-ea"/>
              <a:sym typeface="+mn-lt"/>
            </a:endParaRPr>
          </a:p>
        </p:txBody>
      </p:sp>
      <p:sp>
        <p:nvSpPr>
          <p:cNvPr id="13" name="矩形 12">
            <a:extLst>
              <a:ext uri="{FF2B5EF4-FFF2-40B4-BE49-F238E27FC236}">
                <a16:creationId xmlns:a16="http://schemas.microsoft.com/office/drawing/2014/main" id="{828238AC-3B1F-4281-98A3-D0FE900CC5AA}"/>
              </a:ext>
            </a:extLst>
          </p:cNvPr>
          <p:cNvSpPr/>
          <p:nvPr/>
        </p:nvSpPr>
        <p:spPr>
          <a:xfrm>
            <a:off x="5999198" y="4101335"/>
            <a:ext cx="2922749" cy="438582"/>
          </a:xfrm>
          <a:prstGeom prst="rect">
            <a:avLst/>
          </a:prstGeom>
        </p:spPr>
        <p:txBody>
          <a:bodyPr wrap="square" lIns="68580" tIns="34290" rIns="68580" bIns="34290">
            <a:spAutoFit/>
          </a:bodyPr>
          <a:lstStyle/>
          <a:p>
            <a:pPr algn="dist">
              <a:defRPr/>
            </a:pPr>
            <a:r>
              <a:rPr lang="zh-CN" altLang="en-US" sz="2400" spc="225" dirty="0">
                <a:solidFill>
                  <a:srgbClr val="292929"/>
                </a:solidFill>
                <a:latin typeface="字魂58号-创中黑" panose="00000500000000000000" pitchFamily="2" charset="-122"/>
                <a:ea typeface="字魂58号-创中黑" panose="00000500000000000000" pitchFamily="2" charset="-122"/>
                <a:cs typeface="+mn-ea"/>
                <a:sym typeface="+mn-lt"/>
              </a:rPr>
              <a:t>汇报人：陈克豪</a:t>
            </a:r>
            <a:endParaRPr sz="2400" spc="225" dirty="0">
              <a:solidFill>
                <a:srgbClr val="292929"/>
              </a:solidFill>
              <a:latin typeface="字魂58号-创中黑" panose="00000500000000000000" pitchFamily="2" charset="-122"/>
              <a:ea typeface="字魂58号-创中黑" panose="00000500000000000000" pitchFamily="2" charset="-122"/>
              <a:cs typeface="+mn-ea"/>
              <a:sym typeface="+mn-lt"/>
            </a:endParaRPr>
          </a:p>
        </p:txBody>
      </p:sp>
    </p:spTree>
    <p:extLst>
      <p:ext uri="{BB962C8B-B14F-4D97-AF65-F5344CB8AC3E}">
        <p14:creationId xmlns:p14="http://schemas.microsoft.com/office/powerpoint/2010/main" val="14947242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42"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1000"/>
                                        <p:tgtEl>
                                          <p:spTgt spid="7"/>
                                        </p:tgtEl>
                                      </p:cBhvr>
                                    </p:animEffect>
                                    <p:anim calcmode="lin" valueType="num">
                                      <p:cBhvr>
                                        <p:cTn id="16" dur="1000" fill="hold"/>
                                        <p:tgtEl>
                                          <p:spTgt spid="7"/>
                                        </p:tgtEl>
                                        <p:attrNameLst>
                                          <p:attrName>ppt_x</p:attrName>
                                        </p:attrNameLst>
                                      </p:cBhvr>
                                      <p:tavLst>
                                        <p:tav tm="0">
                                          <p:val>
                                            <p:strVal val="#ppt_x"/>
                                          </p:val>
                                        </p:tav>
                                        <p:tav tm="100000">
                                          <p:val>
                                            <p:strVal val="#ppt_x"/>
                                          </p:val>
                                        </p:tav>
                                      </p:tavLst>
                                    </p:anim>
                                    <p:anim calcmode="lin" valueType="num">
                                      <p:cBhvr>
                                        <p:cTn id="17" dur="1000" fill="hold"/>
                                        <p:tgtEl>
                                          <p:spTgt spid="7"/>
                                        </p:tgtEl>
                                        <p:attrNameLst>
                                          <p:attrName>ppt_y</p:attrName>
                                        </p:attrNameLst>
                                      </p:cBhvr>
                                      <p:tavLst>
                                        <p:tav tm="0">
                                          <p:val>
                                            <p:strVal val="#ppt_y+.1"/>
                                          </p:val>
                                        </p:tav>
                                        <p:tav tm="100000">
                                          <p:val>
                                            <p:strVal val="#ppt_y"/>
                                          </p:val>
                                        </p:tav>
                                      </p:tavLst>
                                    </p:anim>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left)">
                                      <p:cBhvr>
                                        <p:cTn id="21" dur="500"/>
                                        <p:tgtEl>
                                          <p:spTgt spid="11"/>
                                        </p:tgtEl>
                                      </p:cBhvr>
                                    </p:animEffect>
                                  </p:childTnLst>
                                </p:cTn>
                              </p:par>
                            </p:childTnLst>
                          </p:cTn>
                        </p:par>
                        <p:par>
                          <p:cTn id="22" fill="hold">
                            <p:stCondLst>
                              <p:cond delay="1500"/>
                            </p:stCondLst>
                            <p:childTnLst>
                              <p:par>
                                <p:cTn id="23" presetID="22" presetClass="entr" presetSubtype="8" fill="hold" grpId="0"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left)">
                                      <p:cBhvr>
                                        <p:cTn id="2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1" grpId="0"/>
      <p:bldP spid="1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a:extLst>
              <a:ext uri="{FF2B5EF4-FFF2-40B4-BE49-F238E27FC236}">
                <a16:creationId xmlns:a16="http://schemas.microsoft.com/office/drawing/2014/main" id="{D95C6D15-67FC-459B-A9E1-0E5AE34FBABB}"/>
              </a:ext>
            </a:extLst>
          </p:cNvPr>
          <p:cNvSpPr/>
          <p:nvPr/>
        </p:nvSpPr>
        <p:spPr>
          <a:xfrm>
            <a:off x="1467889" y="2361689"/>
            <a:ext cx="2221834" cy="222183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4" name="椭圆 3">
            <a:extLst>
              <a:ext uri="{FF2B5EF4-FFF2-40B4-BE49-F238E27FC236}">
                <a16:creationId xmlns:a16="http://schemas.microsoft.com/office/drawing/2014/main" id="{7C8471AE-8075-4055-999E-7F5FB6475BDF}"/>
              </a:ext>
            </a:extLst>
          </p:cNvPr>
          <p:cNvSpPr/>
          <p:nvPr/>
        </p:nvSpPr>
        <p:spPr>
          <a:xfrm>
            <a:off x="5201419" y="4613027"/>
            <a:ext cx="558015" cy="558015"/>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5" name="椭圆 4">
            <a:extLst>
              <a:ext uri="{FF2B5EF4-FFF2-40B4-BE49-F238E27FC236}">
                <a16:creationId xmlns:a16="http://schemas.microsoft.com/office/drawing/2014/main" id="{9BD1AA97-8D5D-41BB-A69B-FC98226314BD}"/>
              </a:ext>
            </a:extLst>
          </p:cNvPr>
          <p:cNvSpPr/>
          <p:nvPr/>
        </p:nvSpPr>
        <p:spPr>
          <a:xfrm>
            <a:off x="1301199" y="1830549"/>
            <a:ext cx="3284115" cy="3284115"/>
          </a:xfrm>
          <a:prstGeom prst="ellipse">
            <a:avLst/>
          </a:prstGeom>
          <a:noFill/>
          <a:ln w="571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6" name="文本框 5">
            <a:extLst>
              <a:ext uri="{FF2B5EF4-FFF2-40B4-BE49-F238E27FC236}">
                <a16:creationId xmlns:a16="http://schemas.microsoft.com/office/drawing/2014/main" id="{AB456296-6DD8-4B7C-B908-15E5D6D45644}"/>
              </a:ext>
            </a:extLst>
          </p:cNvPr>
          <p:cNvSpPr txBox="1"/>
          <p:nvPr/>
        </p:nvSpPr>
        <p:spPr>
          <a:xfrm>
            <a:off x="1851387" y="2935814"/>
            <a:ext cx="3676671" cy="923330"/>
          </a:xfrm>
          <a:prstGeom prst="rect">
            <a:avLst/>
          </a:prstGeom>
          <a:noFill/>
        </p:spPr>
        <p:txBody>
          <a:bodyPr wrap="square" rtlCol="0">
            <a:spAutoFit/>
          </a:bodyPr>
          <a:lstStyle/>
          <a:p>
            <a:pPr algn="dist"/>
            <a:r>
              <a:rPr lang="zh-CN" sz="5400" dirty="0">
                <a:solidFill>
                  <a:schemeClr val="tx1">
                    <a:lumMod val="75000"/>
                    <a:lumOff val="25000"/>
                  </a:schemeClr>
                </a:solidFill>
                <a:latin typeface="字魂59号-创粗黑" panose="00000500000000000000" pitchFamily="2" charset="-122"/>
                <a:ea typeface="字魂59号-创粗黑" panose="00000500000000000000" pitchFamily="2" charset="-122"/>
              </a:rPr>
              <a:t>目录</a:t>
            </a:r>
            <a:r>
              <a:rPr lang="en-US" altLang="zh-CN" sz="4000" dirty="0">
                <a:solidFill>
                  <a:schemeClr val="tx1">
                    <a:lumMod val="75000"/>
                    <a:lumOff val="25000"/>
                  </a:schemeClr>
                </a:solidFill>
                <a:latin typeface="字魂59号-创粗黑" panose="00000500000000000000" pitchFamily="2" charset="-122"/>
                <a:ea typeface="字魂59号-创粗黑" panose="00000500000000000000" pitchFamily="2" charset="-122"/>
              </a:rPr>
              <a:t>content</a:t>
            </a:r>
            <a:endParaRPr lang="en-US" altLang="zh-CN" sz="5400" dirty="0">
              <a:solidFill>
                <a:schemeClr val="tx1">
                  <a:lumMod val="75000"/>
                  <a:lumOff val="25000"/>
                </a:schemeClr>
              </a:solidFill>
              <a:latin typeface="字魂59号-创粗黑" panose="00000500000000000000" pitchFamily="2" charset="-122"/>
              <a:ea typeface="字魂59号-创粗黑" panose="00000500000000000000" pitchFamily="2" charset="-122"/>
            </a:endParaRPr>
          </a:p>
        </p:txBody>
      </p:sp>
      <p:sp>
        <p:nvSpPr>
          <p:cNvPr id="8" name="文本框 7">
            <a:extLst>
              <a:ext uri="{FF2B5EF4-FFF2-40B4-BE49-F238E27FC236}">
                <a16:creationId xmlns:a16="http://schemas.microsoft.com/office/drawing/2014/main" id="{3648C587-C8E5-481F-9366-C41B8CC67B5C}"/>
              </a:ext>
            </a:extLst>
          </p:cNvPr>
          <p:cNvSpPr txBox="1"/>
          <p:nvPr/>
        </p:nvSpPr>
        <p:spPr>
          <a:xfrm>
            <a:off x="5877098" y="334889"/>
            <a:ext cx="2627630" cy="645160"/>
          </a:xfrm>
          <a:prstGeom prst="rect">
            <a:avLst/>
          </a:prstGeom>
          <a:noFill/>
        </p:spPr>
        <p:txBody>
          <a:bodyPr wrap="square" rtlCol="0">
            <a:spAutoFit/>
          </a:bodyPr>
          <a:lstStyle/>
          <a:p>
            <a:r>
              <a:rPr lang="en-US" altLang="zh-CN" sz="3600" dirty="0">
                <a:solidFill>
                  <a:schemeClr val="tx1">
                    <a:lumMod val="75000"/>
                    <a:lumOff val="25000"/>
                  </a:schemeClr>
                </a:solidFill>
                <a:latin typeface="字魂58号-创中黑" panose="00000500000000000000" pitchFamily="2" charset="-122"/>
                <a:ea typeface="字魂58号-创中黑" panose="00000500000000000000" pitchFamily="2" charset="-122"/>
              </a:rPr>
              <a:t>1. </a:t>
            </a:r>
            <a:r>
              <a:rPr lang="zh-CN" altLang="en-US" sz="3600" dirty="0">
                <a:solidFill>
                  <a:schemeClr val="tx1">
                    <a:lumMod val="75000"/>
                    <a:lumOff val="25000"/>
                  </a:schemeClr>
                </a:solidFill>
                <a:latin typeface="字魂58号-创中黑" panose="00000500000000000000" pitchFamily="2" charset="-122"/>
                <a:ea typeface="字魂58号-创中黑" panose="00000500000000000000" pitchFamily="2" charset="-122"/>
              </a:rPr>
              <a:t>介绍</a:t>
            </a:r>
          </a:p>
        </p:txBody>
      </p:sp>
      <p:sp>
        <p:nvSpPr>
          <p:cNvPr id="12" name="文本框 11">
            <a:extLst>
              <a:ext uri="{FF2B5EF4-FFF2-40B4-BE49-F238E27FC236}">
                <a16:creationId xmlns:a16="http://schemas.microsoft.com/office/drawing/2014/main" id="{29C9D555-2B4E-4141-B9D7-1825884C330C}"/>
              </a:ext>
            </a:extLst>
          </p:cNvPr>
          <p:cNvSpPr txBox="1"/>
          <p:nvPr/>
        </p:nvSpPr>
        <p:spPr>
          <a:xfrm>
            <a:off x="5877098" y="1283057"/>
            <a:ext cx="6035040" cy="646331"/>
          </a:xfrm>
          <a:prstGeom prst="rect">
            <a:avLst/>
          </a:prstGeom>
          <a:noFill/>
        </p:spPr>
        <p:txBody>
          <a:bodyPr wrap="square" rtlCol="0">
            <a:spAutoFit/>
          </a:bodyPr>
          <a:lstStyle/>
          <a:p>
            <a:r>
              <a:rPr lang="en-US" altLang="zh-CN" sz="3600" dirty="0">
                <a:solidFill>
                  <a:schemeClr val="tx1">
                    <a:lumMod val="75000"/>
                    <a:lumOff val="25000"/>
                  </a:schemeClr>
                </a:solidFill>
                <a:latin typeface="字魂58号-创中黑" panose="00000500000000000000" pitchFamily="2" charset="-122"/>
                <a:ea typeface="字魂58号-创中黑" panose="00000500000000000000" pitchFamily="2" charset="-122"/>
              </a:rPr>
              <a:t>2.</a:t>
            </a:r>
            <a:r>
              <a:rPr lang="en-US" altLang="zh-CN" sz="3600" dirty="0">
                <a:solidFill>
                  <a:schemeClr val="tx1">
                    <a:lumMod val="75000"/>
                    <a:lumOff val="25000"/>
                  </a:schemeClr>
                </a:solidFill>
                <a:ea typeface="字魂58号-创中黑" panose="00000500000000000000" pitchFamily="2" charset="-122"/>
              </a:rPr>
              <a:t> </a:t>
            </a:r>
            <a:r>
              <a:rPr lang="en-US" altLang="zh-CN" sz="3600" dirty="0">
                <a:solidFill>
                  <a:schemeClr val="tx1">
                    <a:lumMod val="75000"/>
                    <a:lumOff val="25000"/>
                  </a:schemeClr>
                </a:solidFill>
                <a:ea typeface="字魂58号-创中黑" panose="00000500000000000000" pitchFamily="2" charset="-122"/>
                <a:sym typeface="+mn-lt"/>
              </a:rPr>
              <a:t>APPSCAN SOURCE</a:t>
            </a:r>
            <a:r>
              <a:rPr lang="zh-CN" altLang="en-US" sz="3600" dirty="0">
                <a:solidFill>
                  <a:schemeClr val="tx1">
                    <a:lumMod val="75000"/>
                    <a:lumOff val="25000"/>
                  </a:schemeClr>
                </a:solidFill>
                <a:ea typeface="字魂58号-创中黑" panose="00000500000000000000" pitchFamily="2" charset="-122"/>
                <a:sym typeface="+mn-lt"/>
              </a:rPr>
              <a:t>的背景</a:t>
            </a:r>
            <a:endParaRPr lang="zh-CN" altLang="en-US" sz="3600" dirty="0">
              <a:solidFill>
                <a:schemeClr val="tx1">
                  <a:lumMod val="75000"/>
                  <a:lumOff val="25000"/>
                </a:schemeClr>
              </a:solidFill>
              <a:ea typeface="字魂58号-创中黑" panose="00000500000000000000" pitchFamily="2" charset="-122"/>
            </a:endParaRPr>
          </a:p>
        </p:txBody>
      </p:sp>
      <p:sp>
        <p:nvSpPr>
          <p:cNvPr id="16" name="文本框 15">
            <a:extLst>
              <a:ext uri="{FF2B5EF4-FFF2-40B4-BE49-F238E27FC236}">
                <a16:creationId xmlns:a16="http://schemas.microsoft.com/office/drawing/2014/main" id="{5D3F1F5E-2F19-42A2-814C-C735B6B0D98C}"/>
              </a:ext>
            </a:extLst>
          </p:cNvPr>
          <p:cNvSpPr txBox="1"/>
          <p:nvPr/>
        </p:nvSpPr>
        <p:spPr>
          <a:xfrm>
            <a:off x="5877098" y="3169164"/>
            <a:ext cx="2627630" cy="646331"/>
          </a:xfrm>
          <a:prstGeom prst="rect">
            <a:avLst/>
          </a:prstGeom>
          <a:noFill/>
        </p:spPr>
        <p:txBody>
          <a:bodyPr wrap="square" rtlCol="0">
            <a:spAutoFit/>
          </a:bodyPr>
          <a:lstStyle/>
          <a:p>
            <a:r>
              <a:rPr lang="en-US" altLang="zh-CN" sz="3600" dirty="0">
                <a:solidFill>
                  <a:schemeClr val="tx1">
                    <a:lumMod val="75000"/>
                    <a:lumOff val="25000"/>
                  </a:schemeClr>
                </a:solidFill>
                <a:latin typeface="字魂58号-创中黑" panose="00000500000000000000" pitchFamily="2" charset="-122"/>
                <a:ea typeface="字魂58号-创中黑" panose="00000500000000000000" pitchFamily="2" charset="-122"/>
              </a:rPr>
              <a:t>4. </a:t>
            </a:r>
            <a:r>
              <a:rPr lang="zh-CN" altLang="en-US" sz="3600" dirty="0">
                <a:solidFill>
                  <a:schemeClr val="tx1">
                    <a:lumMod val="75000"/>
                    <a:lumOff val="25000"/>
                  </a:schemeClr>
                </a:solidFill>
                <a:latin typeface="字魂58号-创中黑" panose="00000500000000000000" pitchFamily="2" charset="-122"/>
                <a:ea typeface="字魂58号-创中黑" panose="00000500000000000000" pitchFamily="2" charset="-122"/>
              </a:rPr>
              <a:t>评估</a:t>
            </a:r>
          </a:p>
        </p:txBody>
      </p:sp>
      <p:sp>
        <p:nvSpPr>
          <p:cNvPr id="20" name="文本框 19">
            <a:extLst>
              <a:ext uri="{FF2B5EF4-FFF2-40B4-BE49-F238E27FC236}">
                <a16:creationId xmlns:a16="http://schemas.microsoft.com/office/drawing/2014/main" id="{1351D9B3-4EFB-495B-9CF5-1FDCB19B13F1}"/>
              </a:ext>
            </a:extLst>
          </p:cNvPr>
          <p:cNvSpPr txBox="1"/>
          <p:nvPr/>
        </p:nvSpPr>
        <p:spPr>
          <a:xfrm>
            <a:off x="5877098" y="2268337"/>
            <a:ext cx="6000582" cy="646331"/>
          </a:xfrm>
          <a:prstGeom prst="rect">
            <a:avLst/>
          </a:prstGeom>
          <a:noFill/>
        </p:spPr>
        <p:txBody>
          <a:bodyPr wrap="square" rtlCol="0">
            <a:spAutoFit/>
          </a:bodyPr>
          <a:lstStyle/>
          <a:p>
            <a:r>
              <a:rPr lang="en-US" altLang="zh-CN" sz="3600" dirty="0">
                <a:solidFill>
                  <a:schemeClr val="tx1">
                    <a:lumMod val="75000"/>
                    <a:lumOff val="25000"/>
                  </a:schemeClr>
                </a:solidFill>
                <a:latin typeface="字魂58号-创中黑" panose="00000500000000000000" pitchFamily="2" charset="-122"/>
                <a:ea typeface="字魂58号-创中黑" panose="00000500000000000000" pitchFamily="2" charset="-122"/>
              </a:rPr>
              <a:t>3. </a:t>
            </a:r>
            <a:r>
              <a:rPr lang="zh-CN" altLang="en-US" sz="3600" dirty="0">
                <a:solidFill>
                  <a:schemeClr val="tx1">
                    <a:lumMod val="75000"/>
                    <a:lumOff val="25000"/>
                  </a:schemeClr>
                </a:solidFill>
                <a:latin typeface="字魂58号-创中黑" panose="00000500000000000000" pitchFamily="2" charset="-122"/>
                <a:ea typeface="字魂58号-创中黑" panose="00000500000000000000" pitchFamily="2" charset="-122"/>
              </a:rPr>
              <a:t>挑战、影响和解决方案</a:t>
            </a:r>
          </a:p>
        </p:txBody>
      </p:sp>
      <p:sp>
        <p:nvSpPr>
          <p:cNvPr id="23" name="矩形 22">
            <a:extLst>
              <a:ext uri="{FF2B5EF4-FFF2-40B4-BE49-F238E27FC236}">
                <a16:creationId xmlns:a16="http://schemas.microsoft.com/office/drawing/2014/main" id="{B0AC75C6-C365-4063-9484-DC573736F4EF}"/>
              </a:ext>
            </a:extLst>
          </p:cNvPr>
          <p:cNvSpPr/>
          <p:nvPr/>
        </p:nvSpPr>
        <p:spPr>
          <a:xfrm flipH="1">
            <a:off x="11340853" y="5152295"/>
            <a:ext cx="353943" cy="1841541"/>
          </a:xfrm>
          <a:prstGeom prst="rect">
            <a:avLst/>
          </a:prstGeom>
        </p:spPr>
        <p:txBody>
          <a:bodyPr vert="eaVert" wrap="square" lIns="68580" tIns="34290" rIns="68580" bIns="34290">
            <a:spAutoFit/>
          </a:bodyPr>
          <a:lstStyle/>
          <a:p>
            <a:pPr>
              <a:defRPr/>
            </a:pPr>
            <a:r>
              <a:rPr lang="en-US" altLang="zh-CN" sz="1400" spc="225" dirty="0">
                <a:solidFill>
                  <a:srgbClr val="292929"/>
                </a:solidFill>
                <a:latin typeface="字魂58号-创中黑" panose="00000500000000000000" pitchFamily="2" charset="-122"/>
                <a:ea typeface="字魂58号-创中黑" panose="00000500000000000000" pitchFamily="2" charset="-122"/>
                <a:cs typeface="+mn-ea"/>
                <a:sym typeface="+mn-lt"/>
              </a:rPr>
              <a:t>CONTENT</a:t>
            </a:r>
            <a:endParaRPr sz="1400" spc="225" dirty="0">
              <a:solidFill>
                <a:srgbClr val="292929"/>
              </a:solidFill>
              <a:latin typeface="字魂58号-创中黑" panose="00000500000000000000" pitchFamily="2" charset="-122"/>
              <a:ea typeface="字魂58号-创中黑" panose="00000500000000000000" pitchFamily="2" charset="-122"/>
              <a:cs typeface="+mn-ea"/>
              <a:sym typeface="+mn-lt"/>
            </a:endParaRPr>
          </a:p>
        </p:txBody>
      </p:sp>
      <p:sp>
        <p:nvSpPr>
          <p:cNvPr id="24" name="矩形 23">
            <a:extLst>
              <a:ext uri="{FF2B5EF4-FFF2-40B4-BE49-F238E27FC236}">
                <a16:creationId xmlns:a16="http://schemas.microsoft.com/office/drawing/2014/main" id="{B583DA3B-1930-4EAB-BDEC-113AF359F85B}"/>
              </a:ext>
            </a:extLst>
          </p:cNvPr>
          <p:cNvSpPr/>
          <p:nvPr/>
        </p:nvSpPr>
        <p:spPr>
          <a:xfrm flipH="1">
            <a:off x="11469292" y="6256421"/>
            <a:ext cx="97066" cy="60157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25" name="文本框 24">
            <a:extLst>
              <a:ext uri="{FF2B5EF4-FFF2-40B4-BE49-F238E27FC236}">
                <a16:creationId xmlns:a16="http://schemas.microsoft.com/office/drawing/2014/main" id="{962D38A5-E2FA-4FE8-91BC-E4ED883EE7B0}"/>
              </a:ext>
            </a:extLst>
          </p:cNvPr>
          <p:cNvSpPr txBox="1"/>
          <p:nvPr/>
        </p:nvSpPr>
        <p:spPr>
          <a:xfrm>
            <a:off x="5877097" y="4069991"/>
            <a:ext cx="4538749" cy="646331"/>
          </a:xfrm>
          <a:prstGeom prst="rect">
            <a:avLst/>
          </a:prstGeom>
          <a:noFill/>
        </p:spPr>
        <p:txBody>
          <a:bodyPr wrap="square" rtlCol="0">
            <a:spAutoFit/>
          </a:bodyPr>
          <a:lstStyle/>
          <a:p>
            <a:r>
              <a:rPr lang="en-US" altLang="zh-CN" sz="3600" dirty="0">
                <a:solidFill>
                  <a:schemeClr val="tx1">
                    <a:lumMod val="75000"/>
                    <a:lumOff val="25000"/>
                  </a:schemeClr>
                </a:solidFill>
                <a:latin typeface="字魂58号-创中黑" panose="00000500000000000000" pitchFamily="2" charset="-122"/>
                <a:ea typeface="字魂58号-创中黑" panose="00000500000000000000" pitchFamily="2" charset="-122"/>
              </a:rPr>
              <a:t>5. </a:t>
            </a:r>
            <a:r>
              <a:rPr lang="zh-CN" altLang="en-US" sz="3600" dirty="0">
                <a:solidFill>
                  <a:schemeClr val="tx1">
                    <a:lumMod val="75000"/>
                    <a:lumOff val="25000"/>
                  </a:schemeClr>
                </a:solidFill>
                <a:latin typeface="字魂58号-创中黑" panose="00000500000000000000" pitchFamily="2" charset="-122"/>
                <a:ea typeface="字魂58号-创中黑" panose="00000500000000000000" pitchFamily="2" charset="-122"/>
              </a:rPr>
              <a:t>还存在的问题</a:t>
            </a:r>
          </a:p>
        </p:txBody>
      </p:sp>
      <p:sp>
        <p:nvSpPr>
          <p:cNvPr id="26" name="文本框 25">
            <a:extLst>
              <a:ext uri="{FF2B5EF4-FFF2-40B4-BE49-F238E27FC236}">
                <a16:creationId xmlns:a16="http://schemas.microsoft.com/office/drawing/2014/main" id="{D07F1752-C5C0-4472-BA2C-3FC47248F533}"/>
              </a:ext>
            </a:extLst>
          </p:cNvPr>
          <p:cNvSpPr txBox="1"/>
          <p:nvPr/>
        </p:nvSpPr>
        <p:spPr>
          <a:xfrm>
            <a:off x="5877097" y="5024116"/>
            <a:ext cx="3940233" cy="646331"/>
          </a:xfrm>
          <a:prstGeom prst="rect">
            <a:avLst/>
          </a:prstGeom>
          <a:noFill/>
        </p:spPr>
        <p:txBody>
          <a:bodyPr wrap="square" rtlCol="0">
            <a:spAutoFit/>
          </a:bodyPr>
          <a:lstStyle/>
          <a:p>
            <a:r>
              <a:rPr lang="en-US" altLang="zh-CN" sz="3600" dirty="0">
                <a:solidFill>
                  <a:schemeClr val="tx1">
                    <a:lumMod val="75000"/>
                    <a:lumOff val="25000"/>
                  </a:schemeClr>
                </a:solidFill>
                <a:latin typeface="字魂58号-创中黑" panose="00000500000000000000" pitchFamily="2" charset="-122"/>
                <a:ea typeface="字魂58号-创中黑" panose="00000500000000000000" pitchFamily="2" charset="-122"/>
              </a:rPr>
              <a:t>6. </a:t>
            </a:r>
            <a:r>
              <a:rPr lang="zh-CN" altLang="en-US" sz="3600" dirty="0">
                <a:solidFill>
                  <a:schemeClr val="tx1">
                    <a:lumMod val="75000"/>
                    <a:lumOff val="25000"/>
                  </a:schemeClr>
                </a:solidFill>
                <a:latin typeface="字魂58号-创中黑" panose="00000500000000000000" pitchFamily="2" charset="-122"/>
                <a:ea typeface="字魂58号-创中黑" panose="00000500000000000000" pitchFamily="2" charset="-122"/>
              </a:rPr>
              <a:t>前人相关工作</a:t>
            </a:r>
          </a:p>
        </p:txBody>
      </p:sp>
      <p:sp>
        <p:nvSpPr>
          <p:cNvPr id="27" name="文本框 26">
            <a:extLst>
              <a:ext uri="{FF2B5EF4-FFF2-40B4-BE49-F238E27FC236}">
                <a16:creationId xmlns:a16="http://schemas.microsoft.com/office/drawing/2014/main" id="{D61B189E-87DD-4AE7-B752-E068D01E7156}"/>
              </a:ext>
            </a:extLst>
          </p:cNvPr>
          <p:cNvSpPr txBox="1"/>
          <p:nvPr/>
        </p:nvSpPr>
        <p:spPr>
          <a:xfrm>
            <a:off x="5877097" y="5876780"/>
            <a:ext cx="3940233" cy="646331"/>
          </a:xfrm>
          <a:prstGeom prst="rect">
            <a:avLst/>
          </a:prstGeom>
          <a:noFill/>
        </p:spPr>
        <p:txBody>
          <a:bodyPr wrap="square" rtlCol="0">
            <a:spAutoFit/>
          </a:bodyPr>
          <a:lstStyle/>
          <a:p>
            <a:r>
              <a:rPr lang="en-US" altLang="zh-CN" sz="3600" dirty="0">
                <a:solidFill>
                  <a:schemeClr val="tx1">
                    <a:lumMod val="75000"/>
                    <a:lumOff val="25000"/>
                  </a:schemeClr>
                </a:solidFill>
                <a:latin typeface="字魂58号-创中黑" panose="00000500000000000000" pitchFamily="2" charset="-122"/>
                <a:ea typeface="字魂58号-创中黑" panose="00000500000000000000" pitchFamily="2" charset="-122"/>
              </a:rPr>
              <a:t>7. </a:t>
            </a:r>
            <a:r>
              <a:rPr lang="zh-CN" altLang="en-US" sz="3600" dirty="0">
                <a:solidFill>
                  <a:schemeClr val="tx1">
                    <a:lumMod val="75000"/>
                    <a:lumOff val="25000"/>
                  </a:schemeClr>
                </a:solidFill>
                <a:latin typeface="字魂58号-创中黑" panose="00000500000000000000" pitchFamily="2" charset="-122"/>
                <a:ea typeface="字魂58号-创中黑" panose="00000500000000000000" pitchFamily="2" charset="-122"/>
              </a:rPr>
              <a:t>总结</a:t>
            </a:r>
          </a:p>
        </p:txBody>
      </p:sp>
    </p:spTree>
    <p:extLst>
      <p:ext uri="{BB962C8B-B14F-4D97-AF65-F5344CB8AC3E}">
        <p14:creationId xmlns:p14="http://schemas.microsoft.com/office/powerpoint/2010/main" val="125500071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42"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000"/>
                                        <p:tgtEl>
                                          <p:spTgt spid="4"/>
                                        </p:tgtEl>
                                      </p:cBhvr>
                                    </p:animEffect>
                                    <p:anim calcmode="lin" valueType="num">
                                      <p:cBhvr>
                                        <p:cTn id="16" dur="1000" fill="hold"/>
                                        <p:tgtEl>
                                          <p:spTgt spid="4"/>
                                        </p:tgtEl>
                                        <p:attrNameLst>
                                          <p:attrName>ppt_x</p:attrName>
                                        </p:attrNameLst>
                                      </p:cBhvr>
                                      <p:tavLst>
                                        <p:tav tm="0">
                                          <p:val>
                                            <p:strVal val="#ppt_x"/>
                                          </p:val>
                                        </p:tav>
                                        <p:tav tm="100000">
                                          <p:val>
                                            <p:strVal val="#ppt_x"/>
                                          </p:val>
                                        </p:tav>
                                      </p:tavLst>
                                    </p:anim>
                                    <p:anim calcmode="lin" valueType="num">
                                      <p:cBhvr>
                                        <p:cTn id="17" dur="1000" fill="hold"/>
                                        <p:tgtEl>
                                          <p:spTgt spid="4"/>
                                        </p:tgtEl>
                                        <p:attrNameLst>
                                          <p:attrName>ppt_y</p:attrName>
                                        </p:attrNameLst>
                                      </p:cBhvr>
                                      <p:tavLst>
                                        <p:tav tm="0">
                                          <p:val>
                                            <p:strVal val="#ppt_y+.1"/>
                                          </p:val>
                                        </p:tav>
                                        <p:tav tm="100000">
                                          <p:val>
                                            <p:strVal val="#ppt_y"/>
                                          </p:val>
                                        </p:tav>
                                      </p:tavLst>
                                    </p:anim>
                                  </p:childTnLst>
                                </p:cTn>
                              </p:par>
                            </p:childTnLst>
                          </p:cTn>
                        </p:par>
                        <p:par>
                          <p:cTn id="18" fill="hold">
                            <p:stCondLst>
                              <p:cond delay="1000"/>
                            </p:stCondLst>
                            <p:childTnLst>
                              <p:par>
                                <p:cTn id="19" presetID="22" presetClass="entr" presetSubtype="8"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24"/>
                                        </p:tgtEl>
                                        <p:attrNameLst>
                                          <p:attrName>style.visibility</p:attrName>
                                        </p:attrNameLst>
                                      </p:cBhvr>
                                      <p:to>
                                        <p:strVal val="visible"/>
                                      </p:to>
                                    </p:set>
                                    <p:anim calcmode="lin" valueType="num">
                                      <p:cBhvr additive="base">
                                        <p:cTn id="26" dur="500" fill="hold"/>
                                        <p:tgtEl>
                                          <p:spTgt spid="24"/>
                                        </p:tgtEl>
                                        <p:attrNameLst>
                                          <p:attrName>ppt_x</p:attrName>
                                        </p:attrNameLst>
                                      </p:cBhvr>
                                      <p:tavLst>
                                        <p:tav tm="0">
                                          <p:val>
                                            <p:strVal val="#ppt_x"/>
                                          </p:val>
                                        </p:tav>
                                        <p:tav tm="100000">
                                          <p:val>
                                            <p:strVal val="#ppt_x"/>
                                          </p:val>
                                        </p:tav>
                                      </p:tavLst>
                                    </p:anim>
                                    <p:anim calcmode="lin" valueType="num">
                                      <p:cBhvr additive="base">
                                        <p:cTn id="27" dur="500" fill="hold"/>
                                        <p:tgtEl>
                                          <p:spTgt spid="24"/>
                                        </p:tgtEl>
                                        <p:attrNameLst>
                                          <p:attrName>ppt_y</p:attrName>
                                        </p:attrNameLst>
                                      </p:cBhvr>
                                      <p:tavLst>
                                        <p:tav tm="0">
                                          <p:val>
                                            <p:strVal val="1+#ppt_h/2"/>
                                          </p:val>
                                        </p:tav>
                                        <p:tav tm="100000">
                                          <p:val>
                                            <p:strVal val="#ppt_y"/>
                                          </p:val>
                                        </p:tav>
                                      </p:tavLst>
                                    </p:anim>
                                  </p:childTnLst>
                                </p:cTn>
                              </p:par>
                            </p:childTnLst>
                          </p:cTn>
                        </p:par>
                        <p:par>
                          <p:cTn id="28" fill="hold">
                            <p:stCondLst>
                              <p:cond delay="500"/>
                            </p:stCondLst>
                            <p:childTnLst>
                              <p:par>
                                <p:cTn id="29" presetID="22" presetClass="entr" presetSubtype="2"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right)">
                                      <p:cBhvr>
                                        <p:cTn id="31"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p:bldP spid="23" grpId="0"/>
      <p:bldP spid="2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D70A44E5-3CD4-4A08-A0CD-618D04D79A40}"/>
              </a:ext>
            </a:extLst>
          </p:cNvPr>
          <p:cNvSpPr/>
          <p:nvPr/>
        </p:nvSpPr>
        <p:spPr>
          <a:xfrm>
            <a:off x="9821300" y="3624585"/>
            <a:ext cx="558015" cy="558015"/>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grpSp>
        <p:nvGrpSpPr>
          <p:cNvPr id="12" name="组合 11">
            <a:extLst>
              <a:ext uri="{FF2B5EF4-FFF2-40B4-BE49-F238E27FC236}">
                <a16:creationId xmlns:a16="http://schemas.microsoft.com/office/drawing/2014/main" id="{FA8DD4BB-51C7-4C0B-81C4-F1B066DB113D}"/>
              </a:ext>
            </a:extLst>
          </p:cNvPr>
          <p:cNvGrpSpPr/>
          <p:nvPr/>
        </p:nvGrpSpPr>
        <p:grpSpPr>
          <a:xfrm>
            <a:off x="1882813" y="2027836"/>
            <a:ext cx="3272128" cy="3272128"/>
            <a:chOff x="1269667" y="1823914"/>
            <a:chExt cx="4093043" cy="4093043"/>
          </a:xfrm>
        </p:grpSpPr>
        <p:sp>
          <p:nvSpPr>
            <p:cNvPr id="9" name="椭圆 8">
              <a:extLst>
                <a:ext uri="{FF2B5EF4-FFF2-40B4-BE49-F238E27FC236}">
                  <a16:creationId xmlns:a16="http://schemas.microsoft.com/office/drawing/2014/main" id="{03542460-5FFA-469E-BC92-40A91DA1B964}"/>
                </a:ext>
              </a:extLst>
            </p:cNvPr>
            <p:cNvSpPr/>
            <p:nvPr/>
          </p:nvSpPr>
          <p:spPr>
            <a:xfrm>
              <a:off x="1530950" y="2759518"/>
              <a:ext cx="2221834" cy="222183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10" name="椭圆 9">
              <a:extLst>
                <a:ext uri="{FF2B5EF4-FFF2-40B4-BE49-F238E27FC236}">
                  <a16:creationId xmlns:a16="http://schemas.microsoft.com/office/drawing/2014/main" id="{098EAFD0-5228-4051-B8BE-C549502A83FC}"/>
                </a:ext>
              </a:extLst>
            </p:cNvPr>
            <p:cNvSpPr/>
            <p:nvPr/>
          </p:nvSpPr>
          <p:spPr>
            <a:xfrm>
              <a:off x="1269667" y="1823914"/>
              <a:ext cx="4093043" cy="4093043"/>
            </a:xfrm>
            <a:prstGeom prst="ellipse">
              <a:avLst/>
            </a:prstGeom>
            <a:noFill/>
            <a:ln w="571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grpSp>
      <p:sp>
        <p:nvSpPr>
          <p:cNvPr id="11" name="矩形 10">
            <a:extLst>
              <a:ext uri="{FF2B5EF4-FFF2-40B4-BE49-F238E27FC236}">
                <a16:creationId xmlns:a16="http://schemas.microsoft.com/office/drawing/2014/main" id="{2553F943-7E5E-4A56-B451-0160855CD2F9}"/>
              </a:ext>
            </a:extLst>
          </p:cNvPr>
          <p:cNvSpPr/>
          <p:nvPr/>
        </p:nvSpPr>
        <p:spPr>
          <a:xfrm>
            <a:off x="4646531" y="2959188"/>
            <a:ext cx="4093044" cy="1223412"/>
          </a:xfrm>
          <a:prstGeom prst="rect">
            <a:avLst/>
          </a:prstGeom>
        </p:spPr>
        <p:txBody>
          <a:bodyPr wrap="square" lIns="68580" tIns="34290" rIns="68580" bIns="34290">
            <a:spAutoFit/>
          </a:bodyPr>
          <a:lstStyle/>
          <a:p>
            <a:pPr algn="ctr">
              <a:defRPr/>
            </a:pPr>
            <a:r>
              <a:rPr lang="zh-CN" altLang="en-US" sz="7500" b="1" spc="225" dirty="0">
                <a:solidFill>
                  <a:srgbClr val="292929"/>
                </a:solidFill>
                <a:latin typeface="字魂58号-创中黑" panose="00000500000000000000" pitchFamily="2" charset="-122"/>
                <a:ea typeface="字魂58号-创中黑" panose="00000500000000000000" pitchFamily="2" charset="-122"/>
                <a:cs typeface="+mn-ea"/>
                <a:sym typeface="+mn-lt"/>
              </a:rPr>
              <a:t>介绍</a:t>
            </a:r>
            <a:endParaRPr sz="7500" b="1" spc="225" dirty="0">
              <a:solidFill>
                <a:srgbClr val="292929"/>
              </a:solidFill>
              <a:latin typeface="字魂58号-创中黑" panose="00000500000000000000" pitchFamily="2" charset="-122"/>
              <a:ea typeface="字魂58号-创中黑" panose="00000500000000000000" pitchFamily="2" charset="-122"/>
              <a:cs typeface="+mn-ea"/>
              <a:sym typeface="+mn-lt"/>
            </a:endParaRPr>
          </a:p>
        </p:txBody>
      </p:sp>
      <p:sp>
        <p:nvSpPr>
          <p:cNvPr id="13" name="文本框 12">
            <a:extLst>
              <a:ext uri="{FF2B5EF4-FFF2-40B4-BE49-F238E27FC236}">
                <a16:creationId xmlns:a16="http://schemas.microsoft.com/office/drawing/2014/main" id="{E78984A5-F46A-499C-BB67-5E5FBC7EBD3A}"/>
              </a:ext>
            </a:extLst>
          </p:cNvPr>
          <p:cNvSpPr txBox="1"/>
          <p:nvPr/>
        </p:nvSpPr>
        <p:spPr>
          <a:xfrm>
            <a:off x="2037201" y="2959188"/>
            <a:ext cx="1830706" cy="1323439"/>
          </a:xfrm>
          <a:prstGeom prst="rect">
            <a:avLst/>
          </a:prstGeom>
          <a:noFill/>
        </p:spPr>
        <p:txBody>
          <a:bodyPr wrap="square" rtlCol="0">
            <a:spAutoFit/>
          </a:bodyPr>
          <a:lstStyle/>
          <a:p>
            <a:pPr algn="ctr"/>
            <a:r>
              <a:rPr lang="en-US" altLang="zh-CN" sz="8000" dirty="0">
                <a:solidFill>
                  <a:schemeClr val="tx1">
                    <a:lumMod val="75000"/>
                    <a:lumOff val="25000"/>
                  </a:schemeClr>
                </a:solidFill>
                <a:latin typeface="字魂59号-创粗黑" panose="00000500000000000000" pitchFamily="2" charset="-122"/>
                <a:ea typeface="字魂59号-创粗黑" panose="00000500000000000000" pitchFamily="2" charset="-122"/>
              </a:rPr>
              <a:t>01</a:t>
            </a:r>
          </a:p>
        </p:txBody>
      </p:sp>
    </p:spTree>
    <p:extLst>
      <p:ext uri="{BB962C8B-B14F-4D97-AF65-F5344CB8AC3E}">
        <p14:creationId xmlns:p14="http://schemas.microsoft.com/office/powerpoint/2010/main" val="35891201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0F496EF-22C5-4EA8-87CD-6975270B9548}"/>
              </a:ext>
            </a:extLst>
          </p:cNvPr>
          <p:cNvPicPr>
            <a:picLocks noChangeAspect="1"/>
          </p:cNvPicPr>
          <p:nvPr/>
        </p:nvPicPr>
        <p:blipFill>
          <a:blip r:embed="rId3"/>
          <a:stretch>
            <a:fillRect/>
          </a:stretch>
        </p:blipFill>
        <p:spPr>
          <a:xfrm>
            <a:off x="210286" y="952809"/>
            <a:ext cx="11771428" cy="4952381"/>
          </a:xfrm>
          <a:prstGeom prst="rect">
            <a:avLst/>
          </a:prstGeom>
        </p:spPr>
      </p:pic>
      <p:sp>
        <p:nvSpPr>
          <p:cNvPr id="3" name="矩形 2">
            <a:extLst>
              <a:ext uri="{FF2B5EF4-FFF2-40B4-BE49-F238E27FC236}">
                <a16:creationId xmlns:a16="http://schemas.microsoft.com/office/drawing/2014/main" id="{BFEB2043-7137-4F40-9280-A1B35BF3EC2E}"/>
              </a:ext>
            </a:extLst>
          </p:cNvPr>
          <p:cNvSpPr/>
          <p:nvPr/>
        </p:nvSpPr>
        <p:spPr>
          <a:xfrm>
            <a:off x="4265851" y="816680"/>
            <a:ext cx="2382383" cy="276999"/>
          </a:xfrm>
          <a:prstGeom prst="rect">
            <a:avLst/>
          </a:prstGeom>
        </p:spPr>
        <p:txBody>
          <a:bodyPr wrap="none">
            <a:spAutoFit/>
          </a:bodyPr>
          <a:lstStyle/>
          <a:p>
            <a:r>
              <a:rPr lang="en-US" altLang="zh-CN" sz="1200" dirty="0"/>
              <a:t>Static application security testing </a:t>
            </a:r>
            <a:endParaRPr lang="zh-CN" altLang="en-US" sz="1200" dirty="0"/>
          </a:p>
        </p:txBody>
      </p:sp>
      <p:cxnSp>
        <p:nvCxnSpPr>
          <p:cNvPr id="8" name="直接箭头连接符 7">
            <a:extLst>
              <a:ext uri="{FF2B5EF4-FFF2-40B4-BE49-F238E27FC236}">
                <a16:creationId xmlns:a16="http://schemas.microsoft.com/office/drawing/2014/main" id="{10F79A2C-CDC4-4292-BD52-A217B5961CCA}"/>
              </a:ext>
            </a:extLst>
          </p:cNvPr>
          <p:cNvCxnSpPr>
            <a:cxnSpLocks/>
            <a:endCxn id="3" idx="1"/>
          </p:cNvCxnSpPr>
          <p:nvPr/>
        </p:nvCxnSpPr>
        <p:spPr>
          <a:xfrm flipV="1">
            <a:off x="2818015" y="955180"/>
            <a:ext cx="1447836" cy="1384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5313423"/>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A563A045-B3E8-4CC1-A412-7F2627AC458C}"/>
              </a:ext>
            </a:extLst>
          </p:cNvPr>
          <p:cNvSpPr txBox="1"/>
          <p:nvPr/>
        </p:nvSpPr>
        <p:spPr>
          <a:xfrm>
            <a:off x="1224895" y="1985707"/>
            <a:ext cx="1239034" cy="646331"/>
          </a:xfrm>
          <a:prstGeom prst="rect">
            <a:avLst/>
          </a:prstGeom>
          <a:noFill/>
        </p:spPr>
        <p:txBody>
          <a:bodyPr wrap="square" rtlCol="0">
            <a:spAutoFit/>
          </a:bodyPr>
          <a:lstStyle/>
          <a:p>
            <a:r>
              <a:rPr lang="zh-CN" altLang="en-US" sz="3600" dirty="0"/>
              <a:t>问题</a:t>
            </a:r>
          </a:p>
        </p:txBody>
      </p:sp>
      <p:pic>
        <p:nvPicPr>
          <p:cNvPr id="12" name="图片 11">
            <a:extLst>
              <a:ext uri="{FF2B5EF4-FFF2-40B4-BE49-F238E27FC236}">
                <a16:creationId xmlns:a16="http://schemas.microsoft.com/office/drawing/2014/main" id="{FBCA40D6-F82E-4FD9-8767-A5526B2935F2}"/>
              </a:ext>
            </a:extLst>
          </p:cNvPr>
          <p:cNvPicPr>
            <a:picLocks noChangeAspect="1"/>
          </p:cNvPicPr>
          <p:nvPr/>
        </p:nvPicPr>
        <p:blipFill>
          <a:blip r:embed="rId3"/>
          <a:stretch>
            <a:fillRect/>
          </a:stretch>
        </p:blipFill>
        <p:spPr>
          <a:xfrm>
            <a:off x="2599855" y="1057571"/>
            <a:ext cx="7723809" cy="2371429"/>
          </a:xfrm>
          <a:prstGeom prst="rect">
            <a:avLst/>
          </a:prstGeom>
        </p:spPr>
      </p:pic>
      <p:pic>
        <p:nvPicPr>
          <p:cNvPr id="13" name="图片 12">
            <a:extLst>
              <a:ext uri="{FF2B5EF4-FFF2-40B4-BE49-F238E27FC236}">
                <a16:creationId xmlns:a16="http://schemas.microsoft.com/office/drawing/2014/main" id="{136596A9-E866-4AB1-9B83-F8F841B5045A}"/>
              </a:ext>
            </a:extLst>
          </p:cNvPr>
          <p:cNvPicPr>
            <a:picLocks noChangeAspect="1"/>
          </p:cNvPicPr>
          <p:nvPr/>
        </p:nvPicPr>
        <p:blipFill>
          <a:blip r:embed="rId4"/>
          <a:stretch>
            <a:fillRect/>
          </a:stretch>
        </p:blipFill>
        <p:spPr>
          <a:xfrm>
            <a:off x="0" y="4320852"/>
            <a:ext cx="12192000" cy="1923771"/>
          </a:xfrm>
          <a:prstGeom prst="rect">
            <a:avLst/>
          </a:prstGeom>
        </p:spPr>
      </p:pic>
      <p:cxnSp>
        <p:nvCxnSpPr>
          <p:cNvPr id="3" name="连接符: 曲线 2">
            <a:extLst>
              <a:ext uri="{FF2B5EF4-FFF2-40B4-BE49-F238E27FC236}">
                <a16:creationId xmlns:a16="http://schemas.microsoft.com/office/drawing/2014/main" id="{280D7AA2-95AA-4E2B-B5E7-AFBB17FB1184}"/>
              </a:ext>
            </a:extLst>
          </p:cNvPr>
          <p:cNvCxnSpPr>
            <a:cxnSpLocks/>
          </p:cNvCxnSpPr>
          <p:nvPr/>
        </p:nvCxnSpPr>
        <p:spPr>
          <a:xfrm rot="10800000" flipV="1">
            <a:off x="473827" y="3233651"/>
            <a:ext cx="5893722" cy="1812174"/>
          </a:xfrm>
          <a:prstGeom prst="curvedConnector3">
            <a:avLst>
              <a:gd name="adj1" fmla="val 103738"/>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528043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0A23266-3545-4B18-933D-F7F3CD8D20AB}"/>
              </a:ext>
            </a:extLst>
          </p:cNvPr>
          <p:cNvPicPr>
            <a:picLocks noChangeAspect="1"/>
          </p:cNvPicPr>
          <p:nvPr/>
        </p:nvPicPr>
        <p:blipFill>
          <a:blip r:embed="rId3"/>
          <a:stretch>
            <a:fillRect/>
          </a:stretch>
        </p:blipFill>
        <p:spPr>
          <a:xfrm>
            <a:off x="2622586" y="1666048"/>
            <a:ext cx="5666667" cy="3409524"/>
          </a:xfrm>
          <a:prstGeom prst="rect">
            <a:avLst/>
          </a:prstGeom>
        </p:spPr>
      </p:pic>
      <p:sp>
        <p:nvSpPr>
          <p:cNvPr id="6" name="文本框 5">
            <a:extLst>
              <a:ext uri="{FF2B5EF4-FFF2-40B4-BE49-F238E27FC236}">
                <a16:creationId xmlns:a16="http://schemas.microsoft.com/office/drawing/2014/main" id="{2064D069-46D6-42B1-AAA9-44B93D161888}"/>
              </a:ext>
            </a:extLst>
          </p:cNvPr>
          <p:cNvSpPr txBox="1"/>
          <p:nvPr/>
        </p:nvSpPr>
        <p:spPr>
          <a:xfrm>
            <a:off x="1141768" y="3556813"/>
            <a:ext cx="1239034" cy="646331"/>
          </a:xfrm>
          <a:prstGeom prst="rect">
            <a:avLst/>
          </a:prstGeom>
          <a:noFill/>
        </p:spPr>
        <p:txBody>
          <a:bodyPr wrap="square" rtlCol="0">
            <a:spAutoFit/>
          </a:bodyPr>
          <a:lstStyle/>
          <a:p>
            <a:r>
              <a:rPr lang="zh-CN" altLang="en-US" sz="3600" dirty="0"/>
              <a:t>解决</a:t>
            </a:r>
          </a:p>
        </p:txBody>
      </p:sp>
    </p:spTree>
    <p:extLst>
      <p:ext uri="{BB962C8B-B14F-4D97-AF65-F5344CB8AC3E}">
        <p14:creationId xmlns:p14="http://schemas.microsoft.com/office/powerpoint/2010/main" val="1654764838"/>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D70A44E5-3CD4-4A08-A0CD-618D04D79A40}"/>
              </a:ext>
            </a:extLst>
          </p:cNvPr>
          <p:cNvSpPr/>
          <p:nvPr/>
        </p:nvSpPr>
        <p:spPr>
          <a:xfrm>
            <a:off x="9821300" y="3624585"/>
            <a:ext cx="558015" cy="558015"/>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grpSp>
        <p:nvGrpSpPr>
          <p:cNvPr id="12" name="组合 11">
            <a:extLst>
              <a:ext uri="{FF2B5EF4-FFF2-40B4-BE49-F238E27FC236}">
                <a16:creationId xmlns:a16="http://schemas.microsoft.com/office/drawing/2014/main" id="{FA8DD4BB-51C7-4C0B-81C4-F1B066DB113D}"/>
              </a:ext>
            </a:extLst>
          </p:cNvPr>
          <p:cNvGrpSpPr/>
          <p:nvPr/>
        </p:nvGrpSpPr>
        <p:grpSpPr>
          <a:xfrm>
            <a:off x="1882813" y="2027836"/>
            <a:ext cx="3272128" cy="3272128"/>
            <a:chOff x="1269667" y="1823914"/>
            <a:chExt cx="4093043" cy="4093043"/>
          </a:xfrm>
        </p:grpSpPr>
        <p:sp>
          <p:nvSpPr>
            <p:cNvPr id="9" name="椭圆 8">
              <a:extLst>
                <a:ext uri="{FF2B5EF4-FFF2-40B4-BE49-F238E27FC236}">
                  <a16:creationId xmlns:a16="http://schemas.microsoft.com/office/drawing/2014/main" id="{03542460-5FFA-469E-BC92-40A91DA1B964}"/>
                </a:ext>
              </a:extLst>
            </p:cNvPr>
            <p:cNvSpPr/>
            <p:nvPr/>
          </p:nvSpPr>
          <p:spPr>
            <a:xfrm>
              <a:off x="1530950" y="2759518"/>
              <a:ext cx="2221834" cy="222183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10" name="椭圆 9">
              <a:extLst>
                <a:ext uri="{FF2B5EF4-FFF2-40B4-BE49-F238E27FC236}">
                  <a16:creationId xmlns:a16="http://schemas.microsoft.com/office/drawing/2014/main" id="{098EAFD0-5228-4051-B8BE-C549502A83FC}"/>
                </a:ext>
              </a:extLst>
            </p:cNvPr>
            <p:cNvSpPr/>
            <p:nvPr/>
          </p:nvSpPr>
          <p:spPr>
            <a:xfrm>
              <a:off x="1269667" y="1823914"/>
              <a:ext cx="4093043" cy="4093043"/>
            </a:xfrm>
            <a:prstGeom prst="ellipse">
              <a:avLst/>
            </a:prstGeom>
            <a:noFill/>
            <a:ln w="571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grpSp>
      <p:sp>
        <p:nvSpPr>
          <p:cNvPr id="11" name="矩形 10">
            <a:extLst>
              <a:ext uri="{FF2B5EF4-FFF2-40B4-BE49-F238E27FC236}">
                <a16:creationId xmlns:a16="http://schemas.microsoft.com/office/drawing/2014/main" id="{2553F943-7E5E-4A56-B451-0160855CD2F9}"/>
              </a:ext>
            </a:extLst>
          </p:cNvPr>
          <p:cNvSpPr/>
          <p:nvPr/>
        </p:nvSpPr>
        <p:spPr>
          <a:xfrm>
            <a:off x="4513527" y="3352275"/>
            <a:ext cx="7257294" cy="623248"/>
          </a:xfrm>
          <a:prstGeom prst="rect">
            <a:avLst/>
          </a:prstGeom>
        </p:spPr>
        <p:txBody>
          <a:bodyPr wrap="square" lIns="68580" tIns="34290" rIns="68580" bIns="34290">
            <a:spAutoFit/>
          </a:bodyPr>
          <a:lstStyle/>
          <a:p>
            <a:pPr>
              <a:defRPr/>
            </a:pPr>
            <a:r>
              <a:rPr lang="en-US" sz="3600" b="1" spc="225" dirty="0">
                <a:solidFill>
                  <a:srgbClr val="292929"/>
                </a:solidFill>
                <a:latin typeface="字魂58号-创中黑" panose="00000500000000000000" pitchFamily="2" charset="-122"/>
                <a:ea typeface="字魂58号-创中黑" panose="00000500000000000000" pitchFamily="2" charset="-122"/>
                <a:cs typeface="+mn-ea"/>
                <a:sym typeface="+mn-lt"/>
              </a:rPr>
              <a:t> APPSCAN SOURCE</a:t>
            </a:r>
            <a:r>
              <a:rPr lang="zh-CN" altLang="en-US" sz="3600" b="1" spc="225" dirty="0">
                <a:solidFill>
                  <a:srgbClr val="292929"/>
                </a:solidFill>
                <a:latin typeface="字魂58号-创中黑" panose="00000500000000000000" pitchFamily="2" charset="-122"/>
                <a:ea typeface="字魂58号-创中黑" panose="00000500000000000000" pitchFamily="2" charset="-122"/>
                <a:cs typeface="+mn-ea"/>
                <a:sym typeface="+mn-lt"/>
              </a:rPr>
              <a:t>的背景</a:t>
            </a:r>
            <a:endParaRPr sz="3600" b="1" spc="225" dirty="0">
              <a:solidFill>
                <a:srgbClr val="292929"/>
              </a:solidFill>
              <a:latin typeface="字魂58号-创中黑" panose="00000500000000000000" pitchFamily="2" charset="-122"/>
              <a:ea typeface="字魂58号-创中黑" panose="00000500000000000000" pitchFamily="2" charset="-122"/>
              <a:cs typeface="+mn-ea"/>
              <a:sym typeface="+mn-lt"/>
            </a:endParaRPr>
          </a:p>
        </p:txBody>
      </p:sp>
      <p:sp>
        <p:nvSpPr>
          <p:cNvPr id="13" name="文本框 12">
            <a:extLst>
              <a:ext uri="{FF2B5EF4-FFF2-40B4-BE49-F238E27FC236}">
                <a16:creationId xmlns:a16="http://schemas.microsoft.com/office/drawing/2014/main" id="{E78984A5-F46A-499C-BB67-5E5FBC7EBD3A}"/>
              </a:ext>
            </a:extLst>
          </p:cNvPr>
          <p:cNvSpPr txBox="1"/>
          <p:nvPr/>
        </p:nvSpPr>
        <p:spPr>
          <a:xfrm>
            <a:off x="2037201" y="2959188"/>
            <a:ext cx="1830706" cy="1323439"/>
          </a:xfrm>
          <a:prstGeom prst="rect">
            <a:avLst/>
          </a:prstGeom>
          <a:noFill/>
        </p:spPr>
        <p:txBody>
          <a:bodyPr wrap="square" rtlCol="0">
            <a:spAutoFit/>
          </a:bodyPr>
          <a:lstStyle/>
          <a:p>
            <a:pPr algn="ctr"/>
            <a:r>
              <a:rPr lang="en-US" altLang="zh-CN" sz="8000" dirty="0">
                <a:solidFill>
                  <a:schemeClr val="tx1">
                    <a:lumMod val="75000"/>
                    <a:lumOff val="25000"/>
                  </a:schemeClr>
                </a:solidFill>
                <a:latin typeface="字魂59号-创粗黑" panose="00000500000000000000" pitchFamily="2" charset="-122"/>
                <a:ea typeface="字魂59号-创粗黑" panose="00000500000000000000" pitchFamily="2" charset="-122"/>
              </a:rPr>
              <a:t>02</a:t>
            </a:r>
          </a:p>
        </p:txBody>
      </p:sp>
    </p:spTree>
    <p:extLst>
      <p:ext uri="{BB962C8B-B14F-4D97-AF65-F5344CB8AC3E}">
        <p14:creationId xmlns:p14="http://schemas.microsoft.com/office/powerpoint/2010/main" val="201656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EC67FBF-DFCD-404F-9F54-4F1FD3F33C5C}"/>
              </a:ext>
            </a:extLst>
          </p:cNvPr>
          <p:cNvPicPr>
            <a:picLocks noChangeAspect="1"/>
          </p:cNvPicPr>
          <p:nvPr/>
        </p:nvPicPr>
        <p:blipFill>
          <a:blip r:embed="rId3"/>
          <a:stretch>
            <a:fillRect/>
          </a:stretch>
        </p:blipFill>
        <p:spPr>
          <a:xfrm>
            <a:off x="1857905" y="1445914"/>
            <a:ext cx="8476190" cy="3695238"/>
          </a:xfrm>
          <a:prstGeom prst="rect">
            <a:avLst/>
          </a:prstGeom>
        </p:spPr>
      </p:pic>
    </p:spTree>
    <p:extLst>
      <p:ext uri="{BB962C8B-B14F-4D97-AF65-F5344CB8AC3E}">
        <p14:creationId xmlns:p14="http://schemas.microsoft.com/office/powerpoint/2010/main" val="380842918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D70A44E5-3CD4-4A08-A0CD-618D04D79A40}"/>
              </a:ext>
            </a:extLst>
          </p:cNvPr>
          <p:cNvSpPr/>
          <p:nvPr/>
        </p:nvSpPr>
        <p:spPr>
          <a:xfrm>
            <a:off x="9821300" y="3624585"/>
            <a:ext cx="558015" cy="558015"/>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grpSp>
        <p:nvGrpSpPr>
          <p:cNvPr id="12" name="组合 11">
            <a:extLst>
              <a:ext uri="{FF2B5EF4-FFF2-40B4-BE49-F238E27FC236}">
                <a16:creationId xmlns:a16="http://schemas.microsoft.com/office/drawing/2014/main" id="{FA8DD4BB-51C7-4C0B-81C4-F1B066DB113D}"/>
              </a:ext>
            </a:extLst>
          </p:cNvPr>
          <p:cNvGrpSpPr/>
          <p:nvPr/>
        </p:nvGrpSpPr>
        <p:grpSpPr>
          <a:xfrm>
            <a:off x="1882813" y="2027836"/>
            <a:ext cx="3272128" cy="3272128"/>
            <a:chOff x="1269667" y="1823914"/>
            <a:chExt cx="4093043" cy="4093043"/>
          </a:xfrm>
        </p:grpSpPr>
        <p:sp>
          <p:nvSpPr>
            <p:cNvPr id="9" name="椭圆 8">
              <a:extLst>
                <a:ext uri="{FF2B5EF4-FFF2-40B4-BE49-F238E27FC236}">
                  <a16:creationId xmlns:a16="http://schemas.microsoft.com/office/drawing/2014/main" id="{03542460-5FFA-469E-BC92-40A91DA1B964}"/>
                </a:ext>
              </a:extLst>
            </p:cNvPr>
            <p:cNvSpPr/>
            <p:nvPr/>
          </p:nvSpPr>
          <p:spPr>
            <a:xfrm>
              <a:off x="1530950" y="2759518"/>
              <a:ext cx="2221834" cy="222183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10" name="椭圆 9">
              <a:extLst>
                <a:ext uri="{FF2B5EF4-FFF2-40B4-BE49-F238E27FC236}">
                  <a16:creationId xmlns:a16="http://schemas.microsoft.com/office/drawing/2014/main" id="{098EAFD0-5228-4051-B8BE-C549502A83FC}"/>
                </a:ext>
              </a:extLst>
            </p:cNvPr>
            <p:cNvSpPr/>
            <p:nvPr/>
          </p:nvSpPr>
          <p:spPr>
            <a:xfrm>
              <a:off x="1269667" y="1823914"/>
              <a:ext cx="4093043" cy="4093043"/>
            </a:xfrm>
            <a:prstGeom prst="ellipse">
              <a:avLst/>
            </a:prstGeom>
            <a:noFill/>
            <a:ln w="571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grpSp>
      <p:sp>
        <p:nvSpPr>
          <p:cNvPr id="11" name="矩形 10">
            <a:extLst>
              <a:ext uri="{FF2B5EF4-FFF2-40B4-BE49-F238E27FC236}">
                <a16:creationId xmlns:a16="http://schemas.microsoft.com/office/drawing/2014/main" id="{2553F943-7E5E-4A56-B451-0160855CD2F9}"/>
              </a:ext>
            </a:extLst>
          </p:cNvPr>
          <p:cNvSpPr/>
          <p:nvPr/>
        </p:nvSpPr>
        <p:spPr>
          <a:xfrm>
            <a:off x="4604008" y="3216950"/>
            <a:ext cx="7440174" cy="807913"/>
          </a:xfrm>
          <a:prstGeom prst="rect">
            <a:avLst/>
          </a:prstGeom>
        </p:spPr>
        <p:txBody>
          <a:bodyPr wrap="square" lIns="68580" tIns="34290" rIns="68580" bIns="34290">
            <a:spAutoFit/>
          </a:bodyPr>
          <a:lstStyle/>
          <a:p>
            <a:pPr>
              <a:defRPr/>
            </a:pPr>
            <a:r>
              <a:rPr lang="zh-CN" altLang="en-US" sz="4800" b="1" spc="225" dirty="0">
                <a:solidFill>
                  <a:srgbClr val="292929"/>
                </a:solidFill>
                <a:latin typeface="字魂58号-创中黑" panose="00000500000000000000" pitchFamily="2" charset="-122"/>
                <a:ea typeface="字魂58号-创中黑" panose="00000500000000000000" pitchFamily="2" charset="-122"/>
                <a:cs typeface="+mn-ea"/>
                <a:sym typeface="+mn-lt"/>
              </a:rPr>
              <a:t>挑战、影响和解决方案</a:t>
            </a:r>
            <a:endParaRPr sz="4800" b="1" spc="225" dirty="0">
              <a:solidFill>
                <a:srgbClr val="292929"/>
              </a:solidFill>
              <a:latin typeface="字魂58号-创中黑" panose="00000500000000000000" pitchFamily="2" charset="-122"/>
              <a:ea typeface="字魂58号-创中黑" panose="00000500000000000000" pitchFamily="2" charset="-122"/>
              <a:cs typeface="+mn-ea"/>
              <a:sym typeface="+mn-lt"/>
            </a:endParaRPr>
          </a:p>
        </p:txBody>
      </p:sp>
      <p:sp>
        <p:nvSpPr>
          <p:cNvPr id="13" name="文本框 12">
            <a:extLst>
              <a:ext uri="{FF2B5EF4-FFF2-40B4-BE49-F238E27FC236}">
                <a16:creationId xmlns:a16="http://schemas.microsoft.com/office/drawing/2014/main" id="{E78984A5-F46A-499C-BB67-5E5FBC7EBD3A}"/>
              </a:ext>
            </a:extLst>
          </p:cNvPr>
          <p:cNvSpPr txBox="1"/>
          <p:nvPr/>
        </p:nvSpPr>
        <p:spPr>
          <a:xfrm>
            <a:off x="2037201" y="2959188"/>
            <a:ext cx="1830706" cy="1323439"/>
          </a:xfrm>
          <a:prstGeom prst="rect">
            <a:avLst/>
          </a:prstGeom>
          <a:noFill/>
        </p:spPr>
        <p:txBody>
          <a:bodyPr wrap="square" rtlCol="0">
            <a:spAutoFit/>
          </a:bodyPr>
          <a:lstStyle/>
          <a:p>
            <a:pPr algn="ctr"/>
            <a:r>
              <a:rPr lang="en-US" altLang="zh-CN" sz="8000" dirty="0">
                <a:solidFill>
                  <a:schemeClr val="tx1">
                    <a:lumMod val="75000"/>
                    <a:lumOff val="25000"/>
                  </a:schemeClr>
                </a:solidFill>
                <a:latin typeface="字魂59号-创粗黑" panose="00000500000000000000" pitchFamily="2" charset="-122"/>
                <a:ea typeface="字魂59号-创粗黑" panose="00000500000000000000" pitchFamily="2" charset="-122"/>
              </a:rPr>
              <a:t>03</a:t>
            </a:r>
          </a:p>
        </p:txBody>
      </p:sp>
    </p:spTree>
    <p:extLst>
      <p:ext uri="{BB962C8B-B14F-4D97-AF65-F5344CB8AC3E}">
        <p14:creationId xmlns:p14="http://schemas.microsoft.com/office/powerpoint/2010/main" val="13614576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13D2C4A3-1D03-440A-BF34-3BEF0F159442}"/>
              </a:ext>
            </a:extLst>
          </p:cNvPr>
          <p:cNvPicPr>
            <a:picLocks noChangeAspect="1"/>
          </p:cNvPicPr>
          <p:nvPr/>
        </p:nvPicPr>
        <p:blipFill>
          <a:blip r:embed="rId3"/>
          <a:stretch>
            <a:fillRect/>
          </a:stretch>
        </p:blipFill>
        <p:spPr>
          <a:xfrm>
            <a:off x="2418706" y="2290156"/>
            <a:ext cx="6323809" cy="2114286"/>
          </a:xfrm>
          <a:prstGeom prst="rect">
            <a:avLst/>
          </a:prstGeom>
        </p:spPr>
      </p:pic>
    </p:spTree>
    <p:extLst>
      <p:ext uri="{BB962C8B-B14F-4D97-AF65-F5344CB8AC3E}">
        <p14:creationId xmlns:p14="http://schemas.microsoft.com/office/powerpoint/2010/main" val="40220879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AB46D8E-DD72-419A-837C-8A00CA76DDA3}"/>
              </a:ext>
            </a:extLst>
          </p:cNvPr>
          <p:cNvPicPr>
            <a:picLocks noChangeAspect="1"/>
          </p:cNvPicPr>
          <p:nvPr/>
        </p:nvPicPr>
        <p:blipFill>
          <a:blip r:embed="rId3"/>
          <a:stretch>
            <a:fillRect/>
          </a:stretch>
        </p:blipFill>
        <p:spPr>
          <a:xfrm>
            <a:off x="1144114" y="148047"/>
            <a:ext cx="9504762" cy="6561905"/>
          </a:xfrm>
          <a:prstGeom prst="rect">
            <a:avLst/>
          </a:prstGeom>
        </p:spPr>
      </p:pic>
    </p:spTree>
    <p:extLst>
      <p:ext uri="{BB962C8B-B14F-4D97-AF65-F5344CB8AC3E}">
        <p14:creationId xmlns:p14="http://schemas.microsoft.com/office/powerpoint/2010/main" val="20523345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FF8DA2E-208A-4B68-B0AE-CFC56CA4C224}"/>
              </a:ext>
            </a:extLst>
          </p:cNvPr>
          <p:cNvSpPr/>
          <p:nvPr/>
        </p:nvSpPr>
        <p:spPr>
          <a:xfrm>
            <a:off x="45946" y="168625"/>
            <a:ext cx="6050054" cy="369332"/>
          </a:xfrm>
          <a:prstGeom prst="rect">
            <a:avLst/>
          </a:prstGeom>
        </p:spPr>
        <p:txBody>
          <a:bodyPr wrap="none">
            <a:spAutoFit/>
          </a:bodyPr>
          <a:lstStyle/>
          <a:p>
            <a:r>
              <a:rPr lang="zh-CN" altLang="en-US" dirty="0">
                <a:solidFill>
                  <a:srgbClr val="333333"/>
                </a:solidFill>
                <a:latin typeface="STHeitiSC-Light"/>
              </a:rPr>
              <a:t>提出了一种方法来识别警告的首选修复位置（即</a:t>
            </a:r>
            <a:r>
              <a:rPr lang="en-US" altLang="zh-CN" dirty="0" err="1">
                <a:solidFill>
                  <a:srgbClr val="333333"/>
                </a:solidFill>
                <a:latin typeface="STHeitiSC-Light"/>
              </a:rPr>
              <a:t>pFixLocs</a:t>
            </a:r>
            <a:r>
              <a:rPr lang="zh-CN" altLang="en-US" dirty="0">
                <a:solidFill>
                  <a:srgbClr val="333333"/>
                </a:solidFill>
                <a:latin typeface="STHeitiSC-Light"/>
              </a:rPr>
              <a:t>）</a:t>
            </a:r>
            <a:endParaRPr lang="zh-CN" altLang="en-US" dirty="0"/>
          </a:p>
        </p:txBody>
      </p:sp>
      <p:cxnSp>
        <p:nvCxnSpPr>
          <p:cNvPr id="6" name="直接箭头连接符 5">
            <a:extLst>
              <a:ext uri="{FF2B5EF4-FFF2-40B4-BE49-F238E27FC236}">
                <a16:creationId xmlns:a16="http://schemas.microsoft.com/office/drawing/2014/main" id="{11337D3D-762F-4C02-AF11-ED99DDC947AC}"/>
              </a:ext>
            </a:extLst>
          </p:cNvPr>
          <p:cNvCxnSpPr>
            <a:cxnSpLocks/>
          </p:cNvCxnSpPr>
          <p:nvPr/>
        </p:nvCxnSpPr>
        <p:spPr>
          <a:xfrm flipV="1">
            <a:off x="2710554" y="773084"/>
            <a:ext cx="1171490" cy="2493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图片 7">
            <a:extLst>
              <a:ext uri="{FF2B5EF4-FFF2-40B4-BE49-F238E27FC236}">
                <a16:creationId xmlns:a16="http://schemas.microsoft.com/office/drawing/2014/main" id="{EC91C3F6-59BA-4F89-BCFA-4D0CA6821AA5}"/>
              </a:ext>
            </a:extLst>
          </p:cNvPr>
          <p:cNvPicPr>
            <a:picLocks noChangeAspect="1"/>
          </p:cNvPicPr>
          <p:nvPr/>
        </p:nvPicPr>
        <p:blipFill>
          <a:blip r:embed="rId3"/>
          <a:stretch>
            <a:fillRect/>
          </a:stretch>
        </p:blipFill>
        <p:spPr>
          <a:xfrm>
            <a:off x="4565647" y="537957"/>
            <a:ext cx="6587630" cy="4432874"/>
          </a:xfrm>
          <a:prstGeom prst="rect">
            <a:avLst/>
          </a:prstGeom>
        </p:spPr>
      </p:pic>
      <p:sp>
        <p:nvSpPr>
          <p:cNvPr id="7" name="文本框 6">
            <a:extLst>
              <a:ext uri="{FF2B5EF4-FFF2-40B4-BE49-F238E27FC236}">
                <a16:creationId xmlns:a16="http://schemas.microsoft.com/office/drawing/2014/main" id="{AD90391F-1986-4122-9682-48F746A9176C}"/>
              </a:ext>
            </a:extLst>
          </p:cNvPr>
          <p:cNvSpPr txBox="1"/>
          <p:nvPr/>
        </p:nvSpPr>
        <p:spPr>
          <a:xfrm>
            <a:off x="3937155" y="588418"/>
            <a:ext cx="646331" cy="369332"/>
          </a:xfrm>
          <a:prstGeom prst="rect">
            <a:avLst/>
          </a:prstGeom>
          <a:noFill/>
        </p:spPr>
        <p:txBody>
          <a:bodyPr wrap="none" rtlCol="0">
            <a:spAutoFit/>
          </a:bodyPr>
          <a:lstStyle/>
          <a:p>
            <a:r>
              <a:rPr lang="zh-CN" altLang="en-US" dirty="0"/>
              <a:t>目的</a:t>
            </a:r>
          </a:p>
        </p:txBody>
      </p:sp>
      <p:pic>
        <p:nvPicPr>
          <p:cNvPr id="9" name="图片 8">
            <a:extLst>
              <a:ext uri="{FF2B5EF4-FFF2-40B4-BE49-F238E27FC236}">
                <a16:creationId xmlns:a16="http://schemas.microsoft.com/office/drawing/2014/main" id="{B955874A-5DFA-4E4E-A0EF-3C5EA195A8BA}"/>
              </a:ext>
            </a:extLst>
          </p:cNvPr>
          <p:cNvPicPr>
            <a:picLocks noChangeAspect="1"/>
          </p:cNvPicPr>
          <p:nvPr/>
        </p:nvPicPr>
        <p:blipFill>
          <a:blip r:embed="rId4"/>
          <a:stretch>
            <a:fillRect/>
          </a:stretch>
        </p:blipFill>
        <p:spPr>
          <a:xfrm>
            <a:off x="281469" y="679453"/>
            <a:ext cx="2498060" cy="2267863"/>
          </a:xfrm>
          <a:prstGeom prst="rect">
            <a:avLst/>
          </a:prstGeom>
        </p:spPr>
      </p:pic>
      <p:cxnSp>
        <p:nvCxnSpPr>
          <p:cNvPr id="12" name="直接箭头连接符 11">
            <a:extLst>
              <a:ext uri="{FF2B5EF4-FFF2-40B4-BE49-F238E27FC236}">
                <a16:creationId xmlns:a16="http://schemas.microsoft.com/office/drawing/2014/main" id="{62715993-E19D-4E6A-BD83-5C595883D27B}"/>
              </a:ext>
            </a:extLst>
          </p:cNvPr>
          <p:cNvCxnSpPr>
            <a:cxnSpLocks/>
          </p:cNvCxnSpPr>
          <p:nvPr/>
        </p:nvCxnSpPr>
        <p:spPr>
          <a:xfrm>
            <a:off x="2044931" y="1571105"/>
            <a:ext cx="2385753" cy="6214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B11D2B70-44BA-4960-8C13-513F81F37352}"/>
              </a:ext>
            </a:extLst>
          </p:cNvPr>
          <p:cNvPicPr>
            <a:picLocks noChangeAspect="1"/>
          </p:cNvPicPr>
          <p:nvPr/>
        </p:nvPicPr>
        <p:blipFill>
          <a:blip r:embed="rId5"/>
          <a:stretch>
            <a:fillRect/>
          </a:stretch>
        </p:blipFill>
        <p:spPr>
          <a:xfrm>
            <a:off x="200810" y="3308088"/>
            <a:ext cx="3561905" cy="2209524"/>
          </a:xfrm>
          <a:prstGeom prst="rect">
            <a:avLst/>
          </a:prstGeom>
        </p:spPr>
      </p:pic>
      <p:cxnSp>
        <p:nvCxnSpPr>
          <p:cNvPr id="15" name="直接箭头连接符 14">
            <a:extLst>
              <a:ext uri="{FF2B5EF4-FFF2-40B4-BE49-F238E27FC236}">
                <a16:creationId xmlns:a16="http://schemas.microsoft.com/office/drawing/2014/main" id="{9A24A574-3040-4F99-B6E3-2E3BBFD1D5A9}"/>
              </a:ext>
            </a:extLst>
          </p:cNvPr>
          <p:cNvCxnSpPr>
            <a:cxnSpLocks/>
            <a:endCxn id="13" idx="1"/>
          </p:cNvCxnSpPr>
          <p:nvPr/>
        </p:nvCxnSpPr>
        <p:spPr>
          <a:xfrm flipH="1">
            <a:off x="200810" y="2192567"/>
            <a:ext cx="647088" cy="2220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78FE89D7-2A49-4FC8-BD1E-D17F7BD87942}"/>
              </a:ext>
            </a:extLst>
          </p:cNvPr>
          <p:cNvSpPr/>
          <p:nvPr/>
        </p:nvSpPr>
        <p:spPr>
          <a:xfrm>
            <a:off x="3882044" y="5286895"/>
            <a:ext cx="6096000" cy="1384995"/>
          </a:xfrm>
          <a:prstGeom prst="rect">
            <a:avLst/>
          </a:prstGeom>
        </p:spPr>
        <p:txBody>
          <a:bodyPr>
            <a:spAutoFit/>
          </a:bodyPr>
          <a:lstStyle/>
          <a:p>
            <a:r>
              <a:rPr lang="zh-CN" altLang="en-US" sz="1400" dirty="0"/>
              <a:t>对于XSS，Priv可以找到三种pfixloc：数据流路径中的源、源的直接调用方，以及数据流路径前半部分（即从源到根调用方）中出现的Java类。</a:t>
            </a:r>
          </a:p>
          <a:p>
            <a:endParaRPr lang="zh-CN" altLang="en-US" sz="1400" dirty="0"/>
          </a:p>
          <a:p>
            <a:r>
              <a:rPr lang="zh-CN" altLang="en-US" sz="1400" dirty="0"/>
              <a:t>对于SQLi、COMMi和PATHtrv，Priv查找三种pfixloc类型：sink、数据流路径中sink的直接调用方和数据流路径后半部分（即从根调用方到sink）中出现的Java类。</a:t>
            </a:r>
          </a:p>
        </p:txBody>
      </p:sp>
      <p:cxnSp>
        <p:nvCxnSpPr>
          <p:cNvPr id="22" name="直接箭头连接符 21">
            <a:extLst>
              <a:ext uri="{FF2B5EF4-FFF2-40B4-BE49-F238E27FC236}">
                <a16:creationId xmlns:a16="http://schemas.microsoft.com/office/drawing/2014/main" id="{6755F649-2E48-40B4-84A8-D38A543CB7BE}"/>
              </a:ext>
            </a:extLst>
          </p:cNvPr>
          <p:cNvCxnSpPr/>
          <p:nvPr/>
        </p:nvCxnSpPr>
        <p:spPr>
          <a:xfrm>
            <a:off x="1803862" y="2086495"/>
            <a:ext cx="3233651" cy="30923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66128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10C72B8-3C4C-4280-9E4F-6B9C91F95ABD}"/>
              </a:ext>
            </a:extLst>
          </p:cNvPr>
          <p:cNvPicPr>
            <a:picLocks noChangeAspect="1"/>
          </p:cNvPicPr>
          <p:nvPr/>
        </p:nvPicPr>
        <p:blipFill>
          <a:blip r:embed="rId3"/>
          <a:stretch>
            <a:fillRect/>
          </a:stretch>
        </p:blipFill>
        <p:spPr>
          <a:xfrm>
            <a:off x="1792778" y="1375756"/>
            <a:ext cx="2952971" cy="2680854"/>
          </a:xfrm>
          <a:prstGeom prst="rect">
            <a:avLst/>
          </a:prstGeom>
        </p:spPr>
      </p:pic>
      <p:sp>
        <p:nvSpPr>
          <p:cNvPr id="4" name="矩形 3">
            <a:extLst>
              <a:ext uri="{FF2B5EF4-FFF2-40B4-BE49-F238E27FC236}">
                <a16:creationId xmlns:a16="http://schemas.microsoft.com/office/drawing/2014/main" id="{DF027F4B-3C6F-4399-A356-E31BCC3DA3A8}"/>
              </a:ext>
            </a:extLst>
          </p:cNvPr>
          <p:cNvSpPr/>
          <p:nvPr/>
        </p:nvSpPr>
        <p:spPr>
          <a:xfrm>
            <a:off x="45946" y="168625"/>
            <a:ext cx="6050054" cy="369332"/>
          </a:xfrm>
          <a:prstGeom prst="rect">
            <a:avLst/>
          </a:prstGeom>
        </p:spPr>
        <p:txBody>
          <a:bodyPr wrap="none">
            <a:spAutoFit/>
          </a:bodyPr>
          <a:lstStyle/>
          <a:p>
            <a:r>
              <a:rPr lang="zh-CN" altLang="en-US" dirty="0">
                <a:solidFill>
                  <a:srgbClr val="333333"/>
                </a:solidFill>
                <a:latin typeface="STHeitiSC-Light"/>
              </a:rPr>
              <a:t>提出了一种方法来识别警告的首选修复位置（即</a:t>
            </a:r>
            <a:r>
              <a:rPr lang="en-US" altLang="zh-CN" dirty="0" err="1">
                <a:solidFill>
                  <a:srgbClr val="333333"/>
                </a:solidFill>
                <a:latin typeface="STHeitiSC-Light"/>
              </a:rPr>
              <a:t>pFixLocs</a:t>
            </a:r>
            <a:r>
              <a:rPr lang="zh-CN" altLang="en-US" dirty="0">
                <a:solidFill>
                  <a:srgbClr val="333333"/>
                </a:solidFill>
                <a:latin typeface="STHeitiSC-Light"/>
              </a:rPr>
              <a:t>）</a:t>
            </a:r>
            <a:endParaRPr lang="zh-CN" altLang="en-US" dirty="0"/>
          </a:p>
        </p:txBody>
      </p:sp>
      <p:pic>
        <p:nvPicPr>
          <p:cNvPr id="6" name="图片 5">
            <a:extLst>
              <a:ext uri="{FF2B5EF4-FFF2-40B4-BE49-F238E27FC236}">
                <a16:creationId xmlns:a16="http://schemas.microsoft.com/office/drawing/2014/main" id="{54D032E0-F2FF-42C9-9109-FF0EE16084F7}"/>
              </a:ext>
            </a:extLst>
          </p:cNvPr>
          <p:cNvPicPr>
            <a:picLocks noChangeAspect="1"/>
          </p:cNvPicPr>
          <p:nvPr/>
        </p:nvPicPr>
        <p:blipFill>
          <a:blip r:embed="rId4"/>
          <a:stretch>
            <a:fillRect/>
          </a:stretch>
        </p:blipFill>
        <p:spPr>
          <a:xfrm>
            <a:off x="4705793" y="2624708"/>
            <a:ext cx="5693429" cy="1897809"/>
          </a:xfrm>
          <a:prstGeom prst="rect">
            <a:avLst/>
          </a:prstGeom>
        </p:spPr>
      </p:pic>
    </p:spTree>
    <p:extLst>
      <p:ext uri="{BB962C8B-B14F-4D97-AF65-F5344CB8AC3E}">
        <p14:creationId xmlns:p14="http://schemas.microsoft.com/office/powerpoint/2010/main" val="37103730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F027F4B-3C6F-4399-A356-E31BCC3DA3A8}"/>
              </a:ext>
            </a:extLst>
          </p:cNvPr>
          <p:cNvSpPr/>
          <p:nvPr/>
        </p:nvSpPr>
        <p:spPr>
          <a:xfrm>
            <a:off x="45946" y="168625"/>
            <a:ext cx="3087705" cy="369332"/>
          </a:xfrm>
          <a:prstGeom prst="rect">
            <a:avLst/>
          </a:prstGeom>
        </p:spPr>
        <p:txBody>
          <a:bodyPr wrap="none">
            <a:spAutoFit/>
          </a:bodyPr>
          <a:lstStyle/>
          <a:p>
            <a:r>
              <a:rPr lang="zh-CN" altLang="en-US" dirty="0"/>
              <a:t>提出了一个</a:t>
            </a:r>
            <a:r>
              <a:rPr lang="en-US" altLang="zh-CN" dirty="0" err="1"/>
              <a:t>globalview</a:t>
            </a:r>
            <a:r>
              <a:rPr lang="zh-CN" altLang="en-US" dirty="0"/>
              <a:t>可视化</a:t>
            </a:r>
          </a:p>
        </p:txBody>
      </p:sp>
      <p:pic>
        <p:nvPicPr>
          <p:cNvPr id="2" name="图片 1">
            <a:extLst>
              <a:ext uri="{FF2B5EF4-FFF2-40B4-BE49-F238E27FC236}">
                <a16:creationId xmlns:a16="http://schemas.microsoft.com/office/drawing/2014/main" id="{CDD46222-DF0E-49C1-B775-787D1E2AFCC0}"/>
              </a:ext>
            </a:extLst>
          </p:cNvPr>
          <p:cNvPicPr>
            <a:picLocks noChangeAspect="1"/>
          </p:cNvPicPr>
          <p:nvPr/>
        </p:nvPicPr>
        <p:blipFill>
          <a:blip r:embed="rId3"/>
          <a:stretch>
            <a:fillRect/>
          </a:stretch>
        </p:blipFill>
        <p:spPr>
          <a:xfrm>
            <a:off x="0" y="2624169"/>
            <a:ext cx="12192000" cy="1908919"/>
          </a:xfrm>
          <a:prstGeom prst="rect">
            <a:avLst/>
          </a:prstGeom>
        </p:spPr>
      </p:pic>
    </p:spTree>
    <p:extLst>
      <p:ext uri="{BB962C8B-B14F-4D97-AF65-F5344CB8AC3E}">
        <p14:creationId xmlns:p14="http://schemas.microsoft.com/office/powerpoint/2010/main" val="38146982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433ED870-E9ED-4EAD-AE1A-964C70C83E80}"/>
              </a:ext>
            </a:extLst>
          </p:cNvPr>
          <p:cNvPicPr>
            <a:picLocks noChangeAspect="1"/>
          </p:cNvPicPr>
          <p:nvPr/>
        </p:nvPicPr>
        <p:blipFill>
          <a:blip r:embed="rId3"/>
          <a:stretch>
            <a:fillRect/>
          </a:stretch>
        </p:blipFill>
        <p:spPr>
          <a:xfrm>
            <a:off x="0" y="519461"/>
            <a:ext cx="12192000" cy="5819077"/>
          </a:xfrm>
          <a:prstGeom prst="rect">
            <a:avLst/>
          </a:prstGeom>
        </p:spPr>
      </p:pic>
    </p:spTree>
    <p:extLst>
      <p:ext uri="{BB962C8B-B14F-4D97-AF65-F5344CB8AC3E}">
        <p14:creationId xmlns:p14="http://schemas.microsoft.com/office/powerpoint/2010/main" val="31775859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BC15ACF-E340-4F39-8E89-4619280AAA29}"/>
              </a:ext>
            </a:extLst>
          </p:cNvPr>
          <p:cNvPicPr>
            <a:picLocks noChangeAspect="1"/>
          </p:cNvPicPr>
          <p:nvPr/>
        </p:nvPicPr>
        <p:blipFill>
          <a:blip r:embed="rId3"/>
          <a:stretch>
            <a:fillRect/>
          </a:stretch>
        </p:blipFill>
        <p:spPr>
          <a:xfrm>
            <a:off x="1405524" y="1114714"/>
            <a:ext cx="9380952" cy="4628571"/>
          </a:xfrm>
          <a:prstGeom prst="rect">
            <a:avLst/>
          </a:prstGeom>
        </p:spPr>
      </p:pic>
    </p:spTree>
    <p:extLst>
      <p:ext uri="{BB962C8B-B14F-4D97-AF65-F5344CB8AC3E}">
        <p14:creationId xmlns:p14="http://schemas.microsoft.com/office/powerpoint/2010/main" val="39718782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D70A44E5-3CD4-4A08-A0CD-618D04D79A40}"/>
              </a:ext>
            </a:extLst>
          </p:cNvPr>
          <p:cNvSpPr/>
          <p:nvPr/>
        </p:nvSpPr>
        <p:spPr>
          <a:xfrm>
            <a:off x="9821300" y="3624585"/>
            <a:ext cx="558015" cy="558015"/>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grpSp>
        <p:nvGrpSpPr>
          <p:cNvPr id="12" name="组合 11">
            <a:extLst>
              <a:ext uri="{FF2B5EF4-FFF2-40B4-BE49-F238E27FC236}">
                <a16:creationId xmlns:a16="http://schemas.microsoft.com/office/drawing/2014/main" id="{FA8DD4BB-51C7-4C0B-81C4-F1B066DB113D}"/>
              </a:ext>
            </a:extLst>
          </p:cNvPr>
          <p:cNvGrpSpPr/>
          <p:nvPr/>
        </p:nvGrpSpPr>
        <p:grpSpPr>
          <a:xfrm>
            <a:off x="1882813" y="2027836"/>
            <a:ext cx="3272128" cy="3272128"/>
            <a:chOff x="1269667" y="1823914"/>
            <a:chExt cx="4093043" cy="4093043"/>
          </a:xfrm>
        </p:grpSpPr>
        <p:sp>
          <p:nvSpPr>
            <p:cNvPr id="9" name="椭圆 8">
              <a:extLst>
                <a:ext uri="{FF2B5EF4-FFF2-40B4-BE49-F238E27FC236}">
                  <a16:creationId xmlns:a16="http://schemas.microsoft.com/office/drawing/2014/main" id="{03542460-5FFA-469E-BC92-40A91DA1B964}"/>
                </a:ext>
              </a:extLst>
            </p:cNvPr>
            <p:cNvSpPr/>
            <p:nvPr/>
          </p:nvSpPr>
          <p:spPr>
            <a:xfrm>
              <a:off x="1530950" y="2759518"/>
              <a:ext cx="2221834" cy="222183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10" name="椭圆 9">
              <a:extLst>
                <a:ext uri="{FF2B5EF4-FFF2-40B4-BE49-F238E27FC236}">
                  <a16:creationId xmlns:a16="http://schemas.microsoft.com/office/drawing/2014/main" id="{098EAFD0-5228-4051-B8BE-C549502A83FC}"/>
                </a:ext>
              </a:extLst>
            </p:cNvPr>
            <p:cNvSpPr/>
            <p:nvPr/>
          </p:nvSpPr>
          <p:spPr>
            <a:xfrm>
              <a:off x="1269667" y="1823914"/>
              <a:ext cx="4093043" cy="4093043"/>
            </a:xfrm>
            <a:prstGeom prst="ellipse">
              <a:avLst/>
            </a:prstGeom>
            <a:noFill/>
            <a:ln w="571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grpSp>
      <p:sp>
        <p:nvSpPr>
          <p:cNvPr id="11" name="矩形 10">
            <a:extLst>
              <a:ext uri="{FF2B5EF4-FFF2-40B4-BE49-F238E27FC236}">
                <a16:creationId xmlns:a16="http://schemas.microsoft.com/office/drawing/2014/main" id="{2553F943-7E5E-4A56-B451-0160855CD2F9}"/>
              </a:ext>
            </a:extLst>
          </p:cNvPr>
          <p:cNvSpPr/>
          <p:nvPr/>
        </p:nvSpPr>
        <p:spPr>
          <a:xfrm>
            <a:off x="4646531" y="2959188"/>
            <a:ext cx="4093044" cy="1223412"/>
          </a:xfrm>
          <a:prstGeom prst="rect">
            <a:avLst/>
          </a:prstGeom>
        </p:spPr>
        <p:txBody>
          <a:bodyPr wrap="square" lIns="68580" tIns="34290" rIns="68580" bIns="34290">
            <a:spAutoFit/>
          </a:bodyPr>
          <a:lstStyle/>
          <a:p>
            <a:pPr algn="ctr">
              <a:defRPr/>
            </a:pPr>
            <a:r>
              <a:rPr lang="zh-CN" altLang="en-US" sz="7500" b="1" spc="225" dirty="0">
                <a:solidFill>
                  <a:srgbClr val="292929"/>
                </a:solidFill>
                <a:latin typeface="字魂58号-创中黑" panose="00000500000000000000" pitchFamily="2" charset="-122"/>
                <a:ea typeface="字魂58号-创中黑" panose="00000500000000000000" pitchFamily="2" charset="-122"/>
                <a:cs typeface="+mn-ea"/>
                <a:sym typeface="+mn-lt"/>
              </a:rPr>
              <a:t>评估</a:t>
            </a:r>
            <a:endParaRPr sz="7500" b="1" spc="225" dirty="0">
              <a:solidFill>
                <a:srgbClr val="292929"/>
              </a:solidFill>
              <a:latin typeface="字魂58号-创中黑" panose="00000500000000000000" pitchFamily="2" charset="-122"/>
              <a:ea typeface="字魂58号-创中黑" panose="00000500000000000000" pitchFamily="2" charset="-122"/>
              <a:cs typeface="+mn-ea"/>
              <a:sym typeface="+mn-lt"/>
            </a:endParaRPr>
          </a:p>
        </p:txBody>
      </p:sp>
      <p:sp>
        <p:nvSpPr>
          <p:cNvPr id="13" name="文本框 12">
            <a:extLst>
              <a:ext uri="{FF2B5EF4-FFF2-40B4-BE49-F238E27FC236}">
                <a16:creationId xmlns:a16="http://schemas.microsoft.com/office/drawing/2014/main" id="{E78984A5-F46A-499C-BB67-5E5FBC7EBD3A}"/>
              </a:ext>
            </a:extLst>
          </p:cNvPr>
          <p:cNvSpPr txBox="1"/>
          <p:nvPr/>
        </p:nvSpPr>
        <p:spPr>
          <a:xfrm>
            <a:off x="2037201" y="2959188"/>
            <a:ext cx="1830706" cy="1323439"/>
          </a:xfrm>
          <a:prstGeom prst="rect">
            <a:avLst/>
          </a:prstGeom>
          <a:noFill/>
        </p:spPr>
        <p:txBody>
          <a:bodyPr wrap="square" rtlCol="0">
            <a:spAutoFit/>
          </a:bodyPr>
          <a:lstStyle/>
          <a:p>
            <a:pPr algn="ctr"/>
            <a:r>
              <a:rPr lang="en-US" altLang="zh-CN" sz="8000" dirty="0">
                <a:solidFill>
                  <a:schemeClr val="tx1">
                    <a:lumMod val="75000"/>
                    <a:lumOff val="25000"/>
                  </a:schemeClr>
                </a:solidFill>
                <a:latin typeface="字魂59号-创粗黑" panose="00000500000000000000" pitchFamily="2" charset="-122"/>
                <a:ea typeface="字魂59号-创粗黑" panose="00000500000000000000" pitchFamily="2" charset="-122"/>
              </a:rPr>
              <a:t>04</a:t>
            </a:r>
          </a:p>
        </p:txBody>
      </p:sp>
    </p:spTree>
    <p:extLst>
      <p:ext uri="{BB962C8B-B14F-4D97-AF65-F5344CB8AC3E}">
        <p14:creationId xmlns:p14="http://schemas.microsoft.com/office/powerpoint/2010/main" val="9093348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B2BA42D-0D46-47EF-A73B-4AE6CB6A24DB}"/>
              </a:ext>
            </a:extLst>
          </p:cNvPr>
          <p:cNvPicPr>
            <a:picLocks noChangeAspect="1"/>
          </p:cNvPicPr>
          <p:nvPr/>
        </p:nvPicPr>
        <p:blipFill>
          <a:blip r:embed="rId3"/>
          <a:stretch>
            <a:fillRect/>
          </a:stretch>
        </p:blipFill>
        <p:spPr>
          <a:xfrm>
            <a:off x="246611" y="112724"/>
            <a:ext cx="7019048" cy="1142857"/>
          </a:xfrm>
          <a:prstGeom prst="rect">
            <a:avLst/>
          </a:prstGeom>
        </p:spPr>
      </p:pic>
      <p:pic>
        <p:nvPicPr>
          <p:cNvPr id="4" name="图片 3">
            <a:extLst>
              <a:ext uri="{FF2B5EF4-FFF2-40B4-BE49-F238E27FC236}">
                <a16:creationId xmlns:a16="http://schemas.microsoft.com/office/drawing/2014/main" id="{6F5904F0-0BA2-492F-B8D1-3BEDE364024E}"/>
              </a:ext>
            </a:extLst>
          </p:cNvPr>
          <p:cNvPicPr>
            <a:picLocks noChangeAspect="1"/>
          </p:cNvPicPr>
          <p:nvPr/>
        </p:nvPicPr>
        <p:blipFill>
          <a:blip r:embed="rId4"/>
          <a:stretch>
            <a:fillRect/>
          </a:stretch>
        </p:blipFill>
        <p:spPr>
          <a:xfrm>
            <a:off x="375835" y="3536215"/>
            <a:ext cx="4657143" cy="1647619"/>
          </a:xfrm>
          <a:prstGeom prst="rect">
            <a:avLst/>
          </a:prstGeom>
        </p:spPr>
      </p:pic>
      <p:pic>
        <p:nvPicPr>
          <p:cNvPr id="5" name="图片 4">
            <a:extLst>
              <a:ext uri="{FF2B5EF4-FFF2-40B4-BE49-F238E27FC236}">
                <a16:creationId xmlns:a16="http://schemas.microsoft.com/office/drawing/2014/main" id="{4AC4F48D-C266-448B-8FF3-5EA7C52779F2}"/>
              </a:ext>
            </a:extLst>
          </p:cNvPr>
          <p:cNvPicPr>
            <a:picLocks noChangeAspect="1"/>
          </p:cNvPicPr>
          <p:nvPr/>
        </p:nvPicPr>
        <p:blipFill>
          <a:blip r:embed="rId5"/>
          <a:stretch>
            <a:fillRect/>
          </a:stretch>
        </p:blipFill>
        <p:spPr>
          <a:xfrm>
            <a:off x="5380440" y="1255581"/>
            <a:ext cx="6639763" cy="1620975"/>
          </a:xfrm>
          <a:prstGeom prst="rect">
            <a:avLst/>
          </a:prstGeom>
        </p:spPr>
      </p:pic>
      <p:cxnSp>
        <p:nvCxnSpPr>
          <p:cNvPr id="6" name="连接符: 曲线 5">
            <a:extLst>
              <a:ext uri="{FF2B5EF4-FFF2-40B4-BE49-F238E27FC236}">
                <a16:creationId xmlns:a16="http://schemas.microsoft.com/office/drawing/2014/main" id="{D62215DA-C12E-4AC4-8981-E0718AA659AB}"/>
              </a:ext>
            </a:extLst>
          </p:cNvPr>
          <p:cNvCxnSpPr>
            <a:stCxn id="3" idx="1"/>
            <a:endCxn id="5" idx="1"/>
          </p:cNvCxnSpPr>
          <p:nvPr/>
        </p:nvCxnSpPr>
        <p:spPr>
          <a:xfrm rot="10800000" flipH="1" flipV="1">
            <a:off x="246610" y="684153"/>
            <a:ext cx="5133829" cy="1381916"/>
          </a:xfrm>
          <a:prstGeom prst="curvedConnector3">
            <a:avLst>
              <a:gd name="adj1" fmla="val -445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27185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26606A43-E97D-41C5-99C5-EB683A4DA5D7}"/>
              </a:ext>
            </a:extLst>
          </p:cNvPr>
          <p:cNvPicPr>
            <a:picLocks noChangeAspect="1"/>
          </p:cNvPicPr>
          <p:nvPr/>
        </p:nvPicPr>
        <p:blipFill>
          <a:blip r:embed="rId3"/>
          <a:stretch>
            <a:fillRect/>
          </a:stretch>
        </p:blipFill>
        <p:spPr>
          <a:xfrm>
            <a:off x="229770" y="392429"/>
            <a:ext cx="8535441" cy="3963440"/>
          </a:xfrm>
          <a:prstGeom prst="rect">
            <a:avLst/>
          </a:prstGeom>
        </p:spPr>
      </p:pic>
      <p:pic>
        <p:nvPicPr>
          <p:cNvPr id="5" name="图片 4">
            <a:extLst>
              <a:ext uri="{FF2B5EF4-FFF2-40B4-BE49-F238E27FC236}">
                <a16:creationId xmlns:a16="http://schemas.microsoft.com/office/drawing/2014/main" id="{EE50B4DA-C9C4-4478-AAAD-702026DF51AD}"/>
              </a:ext>
            </a:extLst>
          </p:cNvPr>
          <p:cNvPicPr>
            <a:picLocks noChangeAspect="1"/>
          </p:cNvPicPr>
          <p:nvPr/>
        </p:nvPicPr>
        <p:blipFill>
          <a:blip r:embed="rId4"/>
          <a:stretch>
            <a:fillRect/>
          </a:stretch>
        </p:blipFill>
        <p:spPr>
          <a:xfrm>
            <a:off x="3738927" y="4858573"/>
            <a:ext cx="7970718" cy="1467412"/>
          </a:xfrm>
          <a:prstGeom prst="rect">
            <a:avLst/>
          </a:prstGeom>
        </p:spPr>
      </p:pic>
      <p:cxnSp>
        <p:nvCxnSpPr>
          <p:cNvPr id="7" name="连接符: 曲线 6">
            <a:extLst>
              <a:ext uri="{FF2B5EF4-FFF2-40B4-BE49-F238E27FC236}">
                <a16:creationId xmlns:a16="http://schemas.microsoft.com/office/drawing/2014/main" id="{ED4CA1DC-D5CC-4804-B547-4BEB47B37DD3}"/>
              </a:ext>
            </a:extLst>
          </p:cNvPr>
          <p:cNvCxnSpPr>
            <a:cxnSpLocks/>
            <a:endCxn id="5" idx="1"/>
          </p:cNvCxnSpPr>
          <p:nvPr/>
        </p:nvCxnSpPr>
        <p:spPr>
          <a:xfrm rot="5400000">
            <a:off x="1982779" y="3327254"/>
            <a:ext cx="4021174" cy="508877"/>
          </a:xfrm>
          <a:prstGeom prst="curvedConnector4">
            <a:avLst>
              <a:gd name="adj1" fmla="val -10597"/>
              <a:gd name="adj2" fmla="val 623550"/>
            </a:avLst>
          </a:prstGeom>
          <a:ln>
            <a:tailEnd type="triangle"/>
          </a:ln>
        </p:spPr>
        <p:style>
          <a:lnRef idx="1">
            <a:schemeClr val="accent1"/>
          </a:lnRef>
          <a:fillRef idx="0">
            <a:schemeClr val="accent1"/>
          </a:fillRef>
          <a:effectRef idx="0">
            <a:schemeClr val="accent1"/>
          </a:effectRef>
          <a:fontRef idx="minor">
            <a:schemeClr val="tx1"/>
          </a:fontRef>
        </p:style>
      </p:cxnSp>
      <p:pic>
        <p:nvPicPr>
          <p:cNvPr id="18" name="图片 17">
            <a:extLst>
              <a:ext uri="{FF2B5EF4-FFF2-40B4-BE49-F238E27FC236}">
                <a16:creationId xmlns:a16="http://schemas.microsoft.com/office/drawing/2014/main" id="{04188C84-47BC-4CA8-858E-874906ADB237}"/>
              </a:ext>
            </a:extLst>
          </p:cNvPr>
          <p:cNvPicPr>
            <a:picLocks noChangeAspect="1"/>
          </p:cNvPicPr>
          <p:nvPr/>
        </p:nvPicPr>
        <p:blipFill>
          <a:blip r:embed="rId5"/>
          <a:stretch>
            <a:fillRect/>
          </a:stretch>
        </p:blipFill>
        <p:spPr>
          <a:xfrm>
            <a:off x="7809291" y="2904473"/>
            <a:ext cx="4152939" cy="1762758"/>
          </a:xfrm>
          <a:prstGeom prst="rect">
            <a:avLst/>
          </a:prstGeom>
        </p:spPr>
      </p:pic>
      <p:cxnSp>
        <p:nvCxnSpPr>
          <p:cNvPr id="20" name="连接符: 曲线 19">
            <a:extLst>
              <a:ext uri="{FF2B5EF4-FFF2-40B4-BE49-F238E27FC236}">
                <a16:creationId xmlns:a16="http://schemas.microsoft.com/office/drawing/2014/main" id="{888898DC-62F5-4511-85D5-10DE4A261648}"/>
              </a:ext>
            </a:extLst>
          </p:cNvPr>
          <p:cNvCxnSpPr/>
          <p:nvPr/>
        </p:nvCxnSpPr>
        <p:spPr>
          <a:xfrm rot="16200000" flipH="1">
            <a:off x="6780641" y="2842206"/>
            <a:ext cx="1411703" cy="475588"/>
          </a:xfrm>
          <a:prstGeom prst="curvedConnector3">
            <a:avLst>
              <a:gd name="adj1" fmla="val 102408"/>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图片 22">
            <a:extLst>
              <a:ext uri="{FF2B5EF4-FFF2-40B4-BE49-F238E27FC236}">
                <a16:creationId xmlns:a16="http://schemas.microsoft.com/office/drawing/2014/main" id="{806FFB5E-4B5E-4DC5-8F92-AE6D224CA1FE}"/>
              </a:ext>
            </a:extLst>
          </p:cNvPr>
          <p:cNvPicPr>
            <a:picLocks noChangeAspect="1"/>
          </p:cNvPicPr>
          <p:nvPr/>
        </p:nvPicPr>
        <p:blipFill>
          <a:blip r:embed="rId6"/>
          <a:stretch>
            <a:fillRect/>
          </a:stretch>
        </p:blipFill>
        <p:spPr>
          <a:xfrm>
            <a:off x="7756962" y="210672"/>
            <a:ext cx="4242781" cy="1732087"/>
          </a:xfrm>
          <a:prstGeom prst="rect">
            <a:avLst/>
          </a:prstGeom>
        </p:spPr>
      </p:pic>
      <p:sp>
        <p:nvSpPr>
          <p:cNvPr id="25" name="矩形 24">
            <a:extLst>
              <a:ext uri="{FF2B5EF4-FFF2-40B4-BE49-F238E27FC236}">
                <a16:creationId xmlns:a16="http://schemas.microsoft.com/office/drawing/2014/main" id="{299B6FDD-93F0-4C3D-A5E4-2EBCE20208A3}"/>
              </a:ext>
            </a:extLst>
          </p:cNvPr>
          <p:cNvSpPr/>
          <p:nvPr/>
        </p:nvSpPr>
        <p:spPr>
          <a:xfrm>
            <a:off x="7994073" y="22129"/>
            <a:ext cx="4138660" cy="246221"/>
          </a:xfrm>
          <a:prstGeom prst="rect">
            <a:avLst/>
          </a:prstGeom>
        </p:spPr>
        <p:txBody>
          <a:bodyPr wrap="square">
            <a:spAutoFit/>
          </a:bodyPr>
          <a:lstStyle/>
          <a:p>
            <a:r>
              <a:rPr lang="en-US" altLang="zh-CN" sz="1000" dirty="0" err="1"/>
              <a:t>Priv</a:t>
            </a:r>
            <a:r>
              <a:rPr lang="zh-CN" altLang="en-US" sz="1000" dirty="0"/>
              <a:t>建议的修复位置与开发人员注释的修复位置之间的比较结果</a:t>
            </a:r>
          </a:p>
        </p:txBody>
      </p:sp>
      <p:sp>
        <p:nvSpPr>
          <p:cNvPr id="26" name="文本框 25">
            <a:extLst>
              <a:ext uri="{FF2B5EF4-FFF2-40B4-BE49-F238E27FC236}">
                <a16:creationId xmlns:a16="http://schemas.microsoft.com/office/drawing/2014/main" id="{69ED2CE5-AD7D-47E4-A5D8-A4B25CDB6B16}"/>
              </a:ext>
            </a:extLst>
          </p:cNvPr>
          <p:cNvSpPr txBox="1"/>
          <p:nvPr/>
        </p:nvSpPr>
        <p:spPr>
          <a:xfrm>
            <a:off x="229770" y="207763"/>
            <a:ext cx="1229824" cy="369332"/>
          </a:xfrm>
          <a:prstGeom prst="rect">
            <a:avLst/>
          </a:prstGeom>
          <a:noFill/>
        </p:spPr>
        <p:txBody>
          <a:bodyPr wrap="none" rtlCol="0">
            <a:spAutoFit/>
          </a:bodyPr>
          <a:lstStyle/>
          <a:p>
            <a:r>
              <a:rPr lang="zh-CN" altLang="en-US" dirty="0"/>
              <a:t>研究问题</a:t>
            </a:r>
            <a:r>
              <a:rPr lang="en-US" altLang="zh-CN" dirty="0"/>
              <a:t>1</a:t>
            </a:r>
            <a:endParaRPr lang="zh-CN" altLang="en-US" dirty="0"/>
          </a:p>
        </p:txBody>
      </p:sp>
    </p:spTree>
    <p:extLst>
      <p:ext uri="{BB962C8B-B14F-4D97-AF65-F5344CB8AC3E}">
        <p14:creationId xmlns:p14="http://schemas.microsoft.com/office/powerpoint/2010/main" val="30407269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FFB86344-7E8C-440E-9D77-EC1280B8151B}"/>
              </a:ext>
            </a:extLst>
          </p:cNvPr>
          <p:cNvPicPr>
            <a:picLocks noChangeAspect="1"/>
          </p:cNvPicPr>
          <p:nvPr/>
        </p:nvPicPr>
        <p:blipFill>
          <a:blip r:embed="rId3"/>
          <a:stretch>
            <a:fillRect/>
          </a:stretch>
        </p:blipFill>
        <p:spPr>
          <a:xfrm>
            <a:off x="248432" y="391557"/>
            <a:ext cx="7108332" cy="1947489"/>
          </a:xfrm>
          <a:prstGeom prst="rect">
            <a:avLst/>
          </a:prstGeom>
        </p:spPr>
      </p:pic>
      <p:sp>
        <p:nvSpPr>
          <p:cNvPr id="5" name="矩形 4">
            <a:extLst>
              <a:ext uri="{FF2B5EF4-FFF2-40B4-BE49-F238E27FC236}">
                <a16:creationId xmlns:a16="http://schemas.microsoft.com/office/drawing/2014/main" id="{35262B02-A4E5-43AA-973F-CA2A2AA5ED11}"/>
              </a:ext>
            </a:extLst>
          </p:cNvPr>
          <p:cNvSpPr/>
          <p:nvPr/>
        </p:nvSpPr>
        <p:spPr>
          <a:xfrm>
            <a:off x="1085347" y="53003"/>
            <a:ext cx="5434501" cy="338554"/>
          </a:xfrm>
          <a:prstGeom prst="rect">
            <a:avLst/>
          </a:prstGeom>
        </p:spPr>
        <p:txBody>
          <a:bodyPr wrap="none">
            <a:spAutoFit/>
          </a:bodyPr>
          <a:lstStyle/>
          <a:p>
            <a:r>
              <a:rPr lang="zh-CN" altLang="en-US" sz="1600" dirty="0"/>
              <a:t>这张表显示了Priv在减少人工调查固定位置范围方面的能力</a:t>
            </a:r>
          </a:p>
        </p:txBody>
      </p:sp>
      <p:cxnSp>
        <p:nvCxnSpPr>
          <p:cNvPr id="7" name="直接箭头连接符 6">
            <a:extLst>
              <a:ext uri="{FF2B5EF4-FFF2-40B4-BE49-F238E27FC236}">
                <a16:creationId xmlns:a16="http://schemas.microsoft.com/office/drawing/2014/main" id="{6EADEBC3-C37D-4B24-B629-4EC8257FEF31}"/>
              </a:ext>
            </a:extLst>
          </p:cNvPr>
          <p:cNvCxnSpPr/>
          <p:nvPr/>
        </p:nvCxnSpPr>
        <p:spPr>
          <a:xfrm>
            <a:off x="2273300" y="2171700"/>
            <a:ext cx="520700" cy="596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AA53419B-2FB6-4744-B490-CA5F33C8B4AA}"/>
              </a:ext>
            </a:extLst>
          </p:cNvPr>
          <p:cNvSpPr txBox="1"/>
          <p:nvPr/>
        </p:nvSpPr>
        <p:spPr>
          <a:xfrm>
            <a:off x="2786282" y="2755900"/>
            <a:ext cx="4570482" cy="369332"/>
          </a:xfrm>
          <a:prstGeom prst="rect">
            <a:avLst/>
          </a:prstGeom>
          <a:noFill/>
        </p:spPr>
        <p:txBody>
          <a:bodyPr wrap="none" rtlCol="0">
            <a:spAutoFit/>
          </a:bodyPr>
          <a:lstStyle/>
          <a:p>
            <a:r>
              <a:rPr lang="zh-CN" altLang="en-US" dirty="0"/>
              <a:t>平均发现一个漏洞，警告的修复位置的个数</a:t>
            </a:r>
          </a:p>
        </p:txBody>
      </p:sp>
      <p:sp>
        <p:nvSpPr>
          <p:cNvPr id="9" name="矩形 8">
            <a:extLst>
              <a:ext uri="{FF2B5EF4-FFF2-40B4-BE49-F238E27FC236}">
                <a16:creationId xmlns:a16="http://schemas.microsoft.com/office/drawing/2014/main" id="{8B2E3D55-F5BB-4CC8-B5F9-AA4D2FD2ECCF}"/>
              </a:ext>
            </a:extLst>
          </p:cNvPr>
          <p:cNvSpPr/>
          <p:nvPr/>
        </p:nvSpPr>
        <p:spPr>
          <a:xfrm>
            <a:off x="248432" y="3357420"/>
            <a:ext cx="7937500" cy="369332"/>
          </a:xfrm>
          <a:prstGeom prst="rect">
            <a:avLst/>
          </a:prstGeom>
        </p:spPr>
        <p:txBody>
          <a:bodyPr wrap="square">
            <a:spAutoFit/>
          </a:bodyPr>
          <a:lstStyle/>
          <a:p>
            <a:r>
              <a:rPr lang="zh-CN" altLang="en-US" dirty="0">
                <a:latin typeface="Arial" panose="020B0604020202020204" pitchFamily="34" charset="0"/>
              </a:rPr>
              <a:t>表四显示了</a:t>
            </a:r>
            <a:r>
              <a:rPr lang="en-US" altLang="zh-CN" dirty="0" err="1">
                <a:latin typeface="Arial" panose="020B0604020202020204" pitchFamily="34" charset="0"/>
              </a:rPr>
              <a:t>Priv</a:t>
            </a:r>
            <a:r>
              <a:rPr lang="zh-CN" altLang="en-US" dirty="0">
                <a:latin typeface="Arial" panose="020B0604020202020204" pitchFamily="34" charset="0"/>
              </a:rPr>
              <a:t>如何优先考虑</a:t>
            </a:r>
            <a:r>
              <a:rPr lang="en-US" altLang="zh-CN" dirty="0" err="1">
                <a:latin typeface="Arial" panose="020B0604020202020204" pitchFamily="34" charset="0"/>
              </a:rPr>
              <a:t>AltoroJ</a:t>
            </a:r>
            <a:r>
              <a:rPr lang="zh-CN" altLang="en-US" dirty="0">
                <a:latin typeface="Arial" panose="020B0604020202020204" pitchFamily="34" charset="0"/>
              </a:rPr>
              <a:t>（被评估项目之一）的质量保证工作</a:t>
            </a:r>
            <a:endParaRPr lang="zh-CN" altLang="en-US" dirty="0"/>
          </a:p>
        </p:txBody>
      </p:sp>
      <p:pic>
        <p:nvPicPr>
          <p:cNvPr id="10" name="图片 9">
            <a:extLst>
              <a:ext uri="{FF2B5EF4-FFF2-40B4-BE49-F238E27FC236}">
                <a16:creationId xmlns:a16="http://schemas.microsoft.com/office/drawing/2014/main" id="{66BBD4B1-A332-4A93-B510-4AB6968E108C}"/>
              </a:ext>
            </a:extLst>
          </p:cNvPr>
          <p:cNvPicPr>
            <a:picLocks noChangeAspect="1"/>
          </p:cNvPicPr>
          <p:nvPr/>
        </p:nvPicPr>
        <p:blipFill>
          <a:blip r:embed="rId4"/>
          <a:stretch>
            <a:fillRect/>
          </a:stretch>
        </p:blipFill>
        <p:spPr>
          <a:xfrm>
            <a:off x="1" y="3726752"/>
            <a:ext cx="8623300" cy="1624310"/>
          </a:xfrm>
          <a:prstGeom prst="rect">
            <a:avLst/>
          </a:prstGeom>
        </p:spPr>
      </p:pic>
      <p:sp>
        <p:nvSpPr>
          <p:cNvPr id="11" name="矩形 10">
            <a:extLst>
              <a:ext uri="{FF2B5EF4-FFF2-40B4-BE49-F238E27FC236}">
                <a16:creationId xmlns:a16="http://schemas.microsoft.com/office/drawing/2014/main" id="{32193C31-4EF0-476D-9E81-804FBA9AD0CE}"/>
              </a:ext>
            </a:extLst>
          </p:cNvPr>
          <p:cNvSpPr/>
          <p:nvPr/>
        </p:nvSpPr>
        <p:spPr>
          <a:xfrm>
            <a:off x="248432" y="5543113"/>
            <a:ext cx="7571303" cy="923330"/>
          </a:xfrm>
          <a:prstGeom prst="rect">
            <a:avLst/>
          </a:prstGeom>
        </p:spPr>
        <p:txBody>
          <a:bodyPr wrap="none">
            <a:spAutoFit/>
          </a:bodyPr>
          <a:lstStyle/>
          <a:p>
            <a:r>
              <a:rPr lang="zh-CN" altLang="en-US" dirty="0"/>
              <a:t>第一行显示开发人员需要调查的修复位置总数</a:t>
            </a:r>
            <a:endParaRPr lang="en-US" altLang="zh-CN" dirty="0"/>
          </a:p>
          <a:p>
            <a:r>
              <a:rPr lang="zh-CN" altLang="en-US" dirty="0"/>
              <a:t>第二行列出了按此顺序对组进行调查后将解决的漏洞警告的聚合数量</a:t>
            </a:r>
            <a:endParaRPr lang="en-US" altLang="zh-CN" dirty="0"/>
          </a:p>
          <a:p>
            <a:r>
              <a:rPr lang="zh-CN" altLang="en-US" dirty="0"/>
              <a:t>最后一行显示在每次选择组后，每个修复位置将解析的漏洞警告的平均数</a:t>
            </a:r>
          </a:p>
        </p:txBody>
      </p:sp>
      <p:sp>
        <p:nvSpPr>
          <p:cNvPr id="12" name="矩形 11">
            <a:extLst>
              <a:ext uri="{FF2B5EF4-FFF2-40B4-BE49-F238E27FC236}">
                <a16:creationId xmlns:a16="http://schemas.microsoft.com/office/drawing/2014/main" id="{B3EF49AD-1F93-4702-AC7C-9E38B8D4C16B}"/>
              </a:ext>
            </a:extLst>
          </p:cNvPr>
          <p:cNvSpPr/>
          <p:nvPr/>
        </p:nvSpPr>
        <p:spPr>
          <a:xfrm>
            <a:off x="8547101" y="3942675"/>
            <a:ext cx="3493086" cy="2062103"/>
          </a:xfrm>
          <a:prstGeom prst="rect">
            <a:avLst/>
          </a:prstGeom>
        </p:spPr>
        <p:txBody>
          <a:bodyPr wrap="square">
            <a:spAutoFit/>
          </a:bodyPr>
          <a:lstStyle/>
          <a:p>
            <a:r>
              <a:rPr lang="zh-CN" altLang="en-US" sz="1600" dirty="0"/>
              <a:t>“Order”显示开发人员根据组大小遵循的顺序，以增量方式修复来自AltoroJ的所有漏洞警告</a:t>
            </a:r>
            <a:endParaRPr lang="en-US" altLang="zh-CN" sz="1600" dirty="0"/>
          </a:p>
          <a:p>
            <a:endParaRPr lang="en-US" altLang="zh-CN" sz="1600" dirty="0"/>
          </a:p>
          <a:p>
            <a:r>
              <a:rPr lang="en-US" altLang="zh-CN" sz="1600" dirty="0"/>
              <a:t>‘Cumulative effort’</a:t>
            </a:r>
            <a:r>
              <a:rPr lang="zh-CN" altLang="en-US" sz="1600" dirty="0"/>
              <a:t>是修复一个群集需要手动调查的修复位置的累积数量</a:t>
            </a:r>
            <a:endParaRPr lang="en-US" altLang="zh-CN" sz="1600" dirty="0"/>
          </a:p>
          <a:p>
            <a:endParaRPr lang="en-US" altLang="zh-CN" sz="1600" dirty="0"/>
          </a:p>
          <a:p>
            <a:r>
              <a:rPr lang="en-US" altLang="zh-CN" sz="1600" dirty="0"/>
              <a:t>‘Outcome’</a:t>
            </a:r>
            <a:r>
              <a:rPr lang="zh-CN" altLang="en-US" sz="1600" dirty="0"/>
              <a:t>是解决的警告数据</a:t>
            </a:r>
          </a:p>
        </p:txBody>
      </p:sp>
    </p:spTree>
    <p:extLst>
      <p:ext uri="{BB962C8B-B14F-4D97-AF65-F5344CB8AC3E}">
        <p14:creationId xmlns:p14="http://schemas.microsoft.com/office/powerpoint/2010/main" val="5433110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EA603C78-974A-42DD-8F14-A58D3D540D1C}"/>
              </a:ext>
            </a:extLst>
          </p:cNvPr>
          <p:cNvPicPr>
            <a:picLocks noChangeAspect="1"/>
          </p:cNvPicPr>
          <p:nvPr/>
        </p:nvPicPr>
        <p:blipFill>
          <a:blip r:embed="rId3"/>
          <a:stretch>
            <a:fillRect/>
          </a:stretch>
        </p:blipFill>
        <p:spPr>
          <a:xfrm>
            <a:off x="0" y="997762"/>
            <a:ext cx="12192000" cy="2235653"/>
          </a:xfrm>
          <a:prstGeom prst="rect">
            <a:avLst/>
          </a:prstGeom>
        </p:spPr>
      </p:pic>
      <p:sp>
        <p:nvSpPr>
          <p:cNvPr id="7" name="文本框 6">
            <a:extLst>
              <a:ext uri="{FF2B5EF4-FFF2-40B4-BE49-F238E27FC236}">
                <a16:creationId xmlns:a16="http://schemas.microsoft.com/office/drawing/2014/main" id="{7D1BBC25-2F40-4FA0-AC52-7D8599943D97}"/>
              </a:ext>
            </a:extLst>
          </p:cNvPr>
          <p:cNvSpPr txBox="1"/>
          <p:nvPr/>
        </p:nvSpPr>
        <p:spPr>
          <a:xfrm>
            <a:off x="229770" y="207763"/>
            <a:ext cx="1229824" cy="369332"/>
          </a:xfrm>
          <a:prstGeom prst="rect">
            <a:avLst/>
          </a:prstGeom>
          <a:noFill/>
        </p:spPr>
        <p:txBody>
          <a:bodyPr wrap="none" rtlCol="0">
            <a:spAutoFit/>
          </a:bodyPr>
          <a:lstStyle/>
          <a:p>
            <a:r>
              <a:rPr lang="zh-CN" altLang="en-US" dirty="0"/>
              <a:t>研究问题</a:t>
            </a:r>
            <a:r>
              <a:rPr lang="en-US" altLang="zh-CN" dirty="0"/>
              <a:t>2</a:t>
            </a:r>
            <a:endParaRPr lang="zh-CN" altLang="en-US" dirty="0"/>
          </a:p>
        </p:txBody>
      </p:sp>
      <p:pic>
        <p:nvPicPr>
          <p:cNvPr id="8" name="图片 7">
            <a:extLst>
              <a:ext uri="{FF2B5EF4-FFF2-40B4-BE49-F238E27FC236}">
                <a16:creationId xmlns:a16="http://schemas.microsoft.com/office/drawing/2014/main" id="{4FF7E797-3CBE-4E5E-A456-7035E9936C6B}"/>
              </a:ext>
            </a:extLst>
          </p:cNvPr>
          <p:cNvPicPr>
            <a:picLocks noChangeAspect="1"/>
          </p:cNvPicPr>
          <p:nvPr/>
        </p:nvPicPr>
        <p:blipFill>
          <a:blip r:embed="rId4"/>
          <a:stretch>
            <a:fillRect/>
          </a:stretch>
        </p:blipFill>
        <p:spPr>
          <a:xfrm>
            <a:off x="476298" y="3624586"/>
            <a:ext cx="5619702" cy="914048"/>
          </a:xfrm>
          <a:prstGeom prst="rect">
            <a:avLst/>
          </a:prstGeom>
        </p:spPr>
      </p:pic>
      <p:cxnSp>
        <p:nvCxnSpPr>
          <p:cNvPr id="10" name="连接符: 曲线 9">
            <a:extLst>
              <a:ext uri="{FF2B5EF4-FFF2-40B4-BE49-F238E27FC236}">
                <a16:creationId xmlns:a16="http://schemas.microsoft.com/office/drawing/2014/main" id="{C453F22A-8AF1-469C-88AF-448E73016119}"/>
              </a:ext>
            </a:extLst>
          </p:cNvPr>
          <p:cNvCxnSpPr>
            <a:cxnSpLocks/>
            <a:endCxn id="8" idx="1"/>
          </p:cNvCxnSpPr>
          <p:nvPr/>
        </p:nvCxnSpPr>
        <p:spPr>
          <a:xfrm rot="10800000" flipV="1">
            <a:off x="476298" y="2374896"/>
            <a:ext cx="8526386" cy="1706713"/>
          </a:xfrm>
          <a:prstGeom prst="curvedConnector3">
            <a:avLst>
              <a:gd name="adj1" fmla="val 10268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D6E4055B-9B50-4384-8222-FB208B63DFBE}"/>
              </a:ext>
            </a:extLst>
          </p:cNvPr>
          <p:cNvPicPr>
            <a:picLocks noChangeAspect="1"/>
          </p:cNvPicPr>
          <p:nvPr/>
        </p:nvPicPr>
        <p:blipFill>
          <a:blip r:embed="rId5"/>
          <a:stretch>
            <a:fillRect/>
          </a:stretch>
        </p:blipFill>
        <p:spPr>
          <a:xfrm>
            <a:off x="6161286" y="3228253"/>
            <a:ext cx="5730320" cy="2981354"/>
          </a:xfrm>
          <a:prstGeom prst="rect">
            <a:avLst/>
          </a:prstGeom>
        </p:spPr>
      </p:pic>
    </p:spTree>
    <p:extLst>
      <p:ext uri="{BB962C8B-B14F-4D97-AF65-F5344CB8AC3E}">
        <p14:creationId xmlns:p14="http://schemas.microsoft.com/office/powerpoint/2010/main" val="406760000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48185CC-1D73-4DC6-9EF4-3D7E77717D99}"/>
              </a:ext>
            </a:extLst>
          </p:cNvPr>
          <p:cNvPicPr>
            <a:picLocks noChangeAspect="1"/>
          </p:cNvPicPr>
          <p:nvPr/>
        </p:nvPicPr>
        <p:blipFill>
          <a:blip r:embed="rId3"/>
          <a:stretch>
            <a:fillRect/>
          </a:stretch>
        </p:blipFill>
        <p:spPr>
          <a:xfrm>
            <a:off x="0" y="135492"/>
            <a:ext cx="12192000" cy="6587015"/>
          </a:xfrm>
          <a:prstGeom prst="rect">
            <a:avLst/>
          </a:prstGeom>
        </p:spPr>
      </p:pic>
      <p:sp>
        <p:nvSpPr>
          <p:cNvPr id="4" name="文本框 3">
            <a:extLst>
              <a:ext uri="{FF2B5EF4-FFF2-40B4-BE49-F238E27FC236}">
                <a16:creationId xmlns:a16="http://schemas.microsoft.com/office/drawing/2014/main" id="{4DE51A9A-7B33-49A2-8266-845EC38A6E7A}"/>
              </a:ext>
            </a:extLst>
          </p:cNvPr>
          <p:cNvSpPr txBox="1"/>
          <p:nvPr/>
        </p:nvSpPr>
        <p:spPr>
          <a:xfrm>
            <a:off x="229770" y="207763"/>
            <a:ext cx="1229824" cy="369332"/>
          </a:xfrm>
          <a:prstGeom prst="rect">
            <a:avLst/>
          </a:prstGeom>
          <a:noFill/>
        </p:spPr>
        <p:txBody>
          <a:bodyPr wrap="none" rtlCol="0">
            <a:spAutoFit/>
          </a:bodyPr>
          <a:lstStyle/>
          <a:p>
            <a:r>
              <a:rPr lang="zh-CN" altLang="en-US" dirty="0"/>
              <a:t>研究问题</a:t>
            </a:r>
            <a:r>
              <a:rPr lang="en-US" altLang="zh-CN" dirty="0"/>
              <a:t>3</a:t>
            </a:r>
            <a:endParaRPr lang="zh-CN" altLang="en-US" dirty="0"/>
          </a:p>
        </p:txBody>
      </p:sp>
    </p:spTree>
    <p:extLst>
      <p:ext uri="{BB962C8B-B14F-4D97-AF65-F5344CB8AC3E}">
        <p14:creationId xmlns:p14="http://schemas.microsoft.com/office/powerpoint/2010/main" val="3651621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2A9752A-97D4-4E6D-AA81-5B4E9BDC895C}"/>
              </a:ext>
            </a:extLst>
          </p:cNvPr>
          <p:cNvPicPr>
            <a:picLocks noChangeAspect="1"/>
          </p:cNvPicPr>
          <p:nvPr/>
        </p:nvPicPr>
        <p:blipFill>
          <a:blip r:embed="rId3"/>
          <a:stretch>
            <a:fillRect/>
          </a:stretch>
        </p:blipFill>
        <p:spPr>
          <a:xfrm>
            <a:off x="1959559" y="1443425"/>
            <a:ext cx="7375633" cy="3619855"/>
          </a:xfrm>
          <a:prstGeom prst="rect">
            <a:avLst/>
          </a:prstGeom>
        </p:spPr>
      </p:pic>
    </p:spTree>
    <p:extLst>
      <p:ext uri="{BB962C8B-B14F-4D97-AF65-F5344CB8AC3E}">
        <p14:creationId xmlns:p14="http://schemas.microsoft.com/office/powerpoint/2010/main" val="16610886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D70A44E5-3CD4-4A08-A0CD-618D04D79A40}"/>
              </a:ext>
            </a:extLst>
          </p:cNvPr>
          <p:cNvSpPr/>
          <p:nvPr/>
        </p:nvSpPr>
        <p:spPr>
          <a:xfrm>
            <a:off x="9821300" y="3624585"/>
            <a:ext cx="558015" cy="558015"/>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grpSp>
        <p:nvGrpSpPr>
          <p:cNvPr id="12" name="组合 11">
            <a:extLst>
              <a:ext uri="{FF2B5EF4-FFF2-40B4-BE49-F238E27FC236}">
                <a16:creationId xmlns:a16="http://schemas.microsoft.com/office/drawing/2014/main" id="{FA8DD4BB-51C7-4C0B-81C4-F1B066DB113D}"/>
              </a:ext>
            </a:extLst>
          </p:cNvPr>
          <p:cNvGrpSpPr/>
          <p:nvPr/>
        </p:nvGrpSpPr>
        <p:grpSpPr>
          <a:xfrm>
            <a:off x="1882813" y="2027836"/>
            <a:ext cx="3272128" cy="3272128"/>
            <a:chOff x="1269667" y="1823914"/>
            <a:chExt cx="4093043" cy="4093043"/>
          </a:xfrm>
        </p:grpSpPr>
        <p:sp>
          <p:nvSpPr>
            <p:cNvPr id="9" name="椭圆 8">
              <a:extLst>
                <a:ext uri="{FF2B5EF4-FFF2-40B4-BE49-F238E27FC236}">
                  <a16:creationId xmlns:a16="http://schemas.microsoft.com/office/drawing/2014/main" id="{03542460-5FFA-469E-BC92-40A91DA1B964}"/>
                </a:ext>
              </a:extLst>
            </p:cNvPr>
            <p:cNvSpPr/>
            <p:nvPr/>
          </p:nvSpPr>
          <p:spPr>
            <a:xfrm>
              <a:off x="1530950" y="2759518"/>
              <a:ext cx="2221834" cy="222183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10" name="椭圆 9">
              <a:extLst>
                <a:ext uri="{FF2B5EF4-FFF2-40B4-BE49-F238E27FC236}">
                  <a16:creationId xmlns:a16="http://schemas.microsoft.com/office/drawing/2014/main" id="{098EAFD0-5228-4051-B8BE-C549502A83FC}"/>
                </a:ext>
              </a:extLst>
            </p:cNvPr>
            <p:cNvSpPr/>
            <p:nvPr/>
          </p:nvSpPr>
          <p:spPr>
            <a:xfrm>
              <a:off x="1269667" y="1823914"/>
              <a:ext cx="4093043" cy="4093043"/>
            </a:xfrm>
            <a:prstGeom prst="ellipse">
              <a:avLst/>
            </a:prstGeom>
            <a:noFill/>
            <a:ln w="571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grpSp>
      <p:sp>
        <p:nvSpPr>
          <p:cNvPr id="11" name="矩形 10">
            <a:extLst>
              <a:ext uri="{FF2B5EF4-FFF2-40B4-BE49-F238E27FC236}">
                <a16:creationId xmlns:a16="http://schemas.microsoft.com/office/drawing/2014/main" id="{2553F943-7E5E-4A56-B451-0160855CD2F9}"/>
              </a:ext>
            </a:extLst>
          </p:cNvPr>
          <p:cNvSpPr/>
          <p:nvPr/>
        </p:nvSpPr>
        <p:spPr>
          <a:xfrm>
            <a:off x="4646531" y="2959188"/>
            <a:ext cx="6426022" cy="1084912"/>
          </a:xfrm>
          <a:prstGeom prst="rect">
            <a:avLst/>
          </a:prstGeom>
        </p:spPr>
        <p:txBody>
          <a:bodyPr wrap="square" lIns="68580" tIns="34290" rIns="68580" bIns="34290">
            <a:spAutoFit/>
          </a:bodyPr>
          <a:lstStyle/>
          <a:p>
            <a:pPr algn="ctr">
              <a:defRPr/>
            </a:pPr>
            <a:r>
              <a:rPr lang="zh-CN" altLang="en-US" sz="6600" b="1" spc="225" dirty="0">
                <a:solidFill>
                  <a:srgbClr val="292929"/>
                </a:solidFill>
                <a:latin typeface="字魂58号-创中黑" panose="00000500000000000000" pitchFamily="2" charset="-122"/>
                <a:ea typeface="字魂58号-创中黑" panose="00000500000000000000" pitchFamily="2" charset="-122"/>
                <a:cs typeface="+mn-ea"/>
                <a:sym typeface="+mn-lt"/>
              </a:rPr>
              <a:t>还存在的问题</a:t>
            </a:r>
            <a:endParaRPr sz="6600" b="1" spc="225" dirty="0">
              <a:solidFill>
                <a:srgbClr val="292929"/>
              </a:solidFill>
              <a:latin typeface="字魂58号-创中黑" panose="00000500000000000000" pitchFamily="2" charset="-122"/>
              <a:ea typeface="字魂58号-创中黑" panose="00000500000000000000" pitchFamily="2" charset="-122"/>
              <a:cs typeface="+mn-ea"/>
              <a:sym typeface="+mn-lt"/>
            </a:endParaRPr>
          </a:p>
        </p:txBody>
      </p:sp>
      <p:sp>
        <p:nvSpPr>
          <p:cNvPr id="13" name="文本框 12">
            <a:extLst>
              <a:ext uri="{FF2B5EF4-FFF2-40B4-BE49-F238E27FC236}">
                <a16:creationId xmlns:a16="http://schemas.microsoft.com/office/drawing/2014/main" id="{E78984A5-F46A-499C-BB67-5E5FBC7EBD3A}"/>
              </a:ext>
            </a:extLst>
          </p:cNvPr>
          <p:cNvSpPr txBox="1"/>
          <p:nvPr/>
        </p:nvSpPr>
        <p:spPr>
          <a:xfrm>
            <a:off x="2037201" y="2959188"/>
            <a:ext cx="1830706" cy="1323439"/>
          </a:xfrm>
          <a:prstGeom prst="rect">
            <a:avLst/>
          </a:prstGeom>
          <a:noFill/>
        </p:spPr>
        <p:txBody>
          <a:bodyPr wrap="square" rtlCol="0">
            <a:spAutoFit/>
          </a:bodyPr>
          <a:lstStyle/>
          <a:p>
            <a:pPr algn="ctr"/>
            <a:r>
              <a:rPr lang="en-US" altLang="zh-CN" sz="8000" dirty="0">
                <a:solidFill>
                  <a:schemeClr val="tx1">
                    <a:lumMod val="75000"/>
                    <a:lumOff val="25000"/>
                  </a:schemeClr>
                </a:solidFill>
                <a:latin typeface="字魂59号-创粗黑" panose="00000500000000000000" pitchFamily="2" charset="-122"/>
                <a:ea typeface="字魂59号-创粗黑" panose="00000500000000000000" pitchFamily="2" charset="-122"/>
              </a:rPr>
              <a:t>05</a:t>
            </a:r>
          </a:p>
        </p:txBody>
      </p:sp>
    </p:spTree>
    <p:extLst>
      <p:ext uri="{BB962C8B-B14F-4D97-AF65-F5344CB8AC3E}">
        <p14:creationId xmlns:p14="http://schemas.microsoft.com/office/powerpoint/2010/main" val="373029224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p:bldP spid="1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C0D3D2C7-541F-429E-BA52-DF6E98D9F67D}"/>
              </a:ext>
            </a:extLst>
          </p:cNvPr>
          <p:cNvPicPr>
            <a:picLocks noChangeAspect="1"/>
          </p:cNvPicPr>
          <p:nvPr/>
        </p:nvPicPr>
        <p:blipFill>
          <a:blip r:embed="rId3"/>
          <a:stretch>
            <a:fillRect/>
          </a:stretch>
        </p:blipFill>
        <p:spPr>
          <a:xfrm>
            <a:off x="0" y="1246253"/>
            <a:ext cx="12192000" cy="4365493"/>
          </a:xfrm>
          <a:prstGeom prst="rect">
            <a:avLst/>
          </a:prstGeom>
        </p:spPr>
      </p:pic>
    </p:spTree>
    <p:extLst>
      <p:ext uri="{BB962C8B-B14F-4D97-AF65-F5344CB8AC3E}">
        <p14:creationId xmlns:p14="http://schemas.microsoft.com/office/powerpoint/2010/main" val="37060530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D70A44E5-3CD4-4A08-A0CD-618D04D79A40}"/>
              </a:ext>
            </a:extLst>
          </p:cNvPr>
          <p:cNvSpPr/>
          <p:nvPr/>
        </p:nvSpPr>
        <p:spPr>
          <a:xfrm>
            <a:off x="9821300" y="3624585"/>
            <a:ext cx="558015" cy="558015"/>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grpSp>
        <p:nvGrpSpPr>
          <p:cNvPr id="12" name="组合 11">
            <a:extLst>
              <a:ext uri="{FF2B5EF4-FFF2-40B4-BE49-F238E27FC236}">
                <a16:creationId xmlns:a16="http://schemas.microsoft.com/office/drawing/2014/main" id="{FA8DD4BB-51C7-4C0B-81C4-F1B066DB113D}"/>
              </a:ext>
            </a:extLst>
          </p:cNvPr>
          <p:cNvGrpSpPr/>
          <p:nvPr/>
        </p:nvGrpSpPr>
        <p:grpSpPr>
          <a:xfrm>
            <a:off x="1882813" y="2027836"/>
            <a:ext cx="3272128" cy="3272128"/>
            <a:chOff x="1269667" y="1823914"/>
            <a:chExt cx="4093043" cy="4093043"/>
          </a:xfrm>
        </p:grpSpPr>
        <p:sp>
          <p:nvSpPr>
            <p:cNvPr id="9" name="椭圆 8">
              <a:extLst>
                <a:ext uri="{FF2B5EF4-FFF2-40B4-BE49-F238E27FC236}">
                  <a16:creationId xmlns:a16="http://schemas.microsoft.com/office/drawing/2014/main" id="{03542460-5FFA-469E-BC92-40A91DA1B964}"/>
                </a:ext>
              </a:extLst>
            </p:cNvPr>
            <p:cNvSpPr/>
            <p:nvPr/>
          </p:nvSpPr>
          <p:spPr>
            <a:xfrm>
              <a:off x="1530950" y="2759518"/>
              <a:ext cx="2221834" cy="222183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10" name="椭圆 9">
              <a:extLst>
                <a:ext uri="{FF2B5EF4-FFF2-40B4-BE49-F238E27FC236}">
                  <a16:creationId xmlns:a16="http://schemas.microsoft.com/office/drawing/2014/main" id="{098EAFD0-5228-4051-B8BE-C549502A83FC}"/>
                </a:ext>
              </a:extLst>
            </p:cNvPr>
            <p:cNvSpPr/>
            <p:nvPr/>
          </p:nvSpPr>
          <p:spPr>
            <a:xfrm>
              <a:off x="1269667" y="1823914"/>
              <a:ext cx="4093043" cy="4093043"/>
            </a:xfrm>
            <a:prstGeom prst="ellipse">
              <a:avLst/>
            </a:prstGeom>
            <a:noFill/>
            <a:ln w="571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grpSp>
      <p:sp>
        <p:nvSpPr>
          <p:cNvPr id="11" name="矩形 10">
            <a:extLst>
              <a:ext uri="{FF2B5EF4-FFF2-40B4-BE49-F238E27FC236}">
                <a16:creationId xmlns:a16="http://schemas.microsoft.com/office/drawing/2014/main" id="{2553F943-7E5E-4A56-B451-0160855CD2F9}"/>
              </a:ext>
            </a:extLst>
          </p:cNvPr>
          <p:cNvSpPr/>
          <p:nvPr/>
        </p:nvSpPr>
        <p:spPr>
          <a:xfrm>
            <a:off x="4646531" y="2959188"/>
            <a:ext cx="6309644" cy="1223412"/>
          </a:xfrm>
          <a:prstGeom prst="rect">
            <a:avLst/>
          </a:prstGeom>
        </p:spPr>
        <p:txBody>
          <a:bodyPr wrap="square" lIns="68580" tIns="34290" rIns="68580" bIns="34290">
            <a:spAutoFit/>
          </a:bodyPr>
          <a:lstStyle/>
          <a:p>
            <a:pPr algn="ctr">
              <a:defRPr/>
            </a:pPr>
            <a:r>
              <a:rPr lang="zh-CN" altLang="en-US" sz="7200" b="1" spc="225" dirty="0">
                <a:solidFill>
                  <a:srgbClr val="292929"/>
                </a:solidFill>
                <a:latin typeface="字魂58号-创中黑" panose="00000500000000000000" pitchFamily="2" charset="-122"/>
                <a:ea typeface="字魂58号-创中黑" panose="00000500000000000000" pitchFamily="2" charset="-122"/>
                <a:cs typeface="+mn-ea"/>
                <a:sym typeface="+mn-lt"/>
              </a:rPr>
              <a:t>前人相关工作</a:t>
            </a:r>
            <a:endParaRPr sz="7200" b="1" spc="225" dirty="0">
              <a:solidFill>
                <a:srgbClr val="292929"/>
              </a:solidFill>
              <a:latin typeface="字魂58号-创中黑" panose="00000500000000000000" pitchFamily="2" charset="-122"/>
              <a:ea typeface="字魂58号-创中黑" panose="00000500000000000000" pitchFamily="2" charset="-122"/>
              <a:cs typeface="+mn-ea"/>
              <a:sym typeface="+mn-lt"/>
            </a:endParaRPr>
          </a:p>
        </p:txBody>
      </p:sp>
      <p:sp>
        <p:nvSpPr>
          <p:cNvPr id="13" name="文本框 12">
            <a:extLst>
              <a:ext uri="{FF2B5EF4-FFF2-40B4-BE49-F238E27FC236}">
                <a16:creationId xmlns:a16="http://schemas.microsoft.com/office/drawing/2014/main" id="{E78984A5-F46A-499C-BB67-5E5FBC7EBD3A}"/>
              </a:ext>
            </a:extLst>
          </p:cNvPr>
          <p:cNvSpPr txBox="1"/>
          <p:nvPr/>
        </p:nvSpPr>
        <p:spPr>
          <a:xfrm>
            <a:off x="2037201" y="2959188"/>
            <a:ext cx="1830706" cy="1323439"/>
          </a:xfrm>
          <a:prstGeom prst="rect">
            <a:avLst/>
          </a:prstGeom>
          <a:noFill/>
        </p:spPr>
        <p:txBody>
          <a:bodyPr wrap="square" rtlCol="0">
            <a:spAutoFit/>
          </a:bodyPr>
          <a:lstStyle/>
          <a:p>
            <a:pPr algn="ctr"/>
            <a:r>
              <a:rPr lang="en-US" altLang="zh-CN" sz="8000" dirty="0">
                <a:solidFill>
                  <a:schemeClr val="tx1">
                    <a:lumMod val="75000"/>
                    <a:lumOff val="25000"/>
                  </a:schemeClr>
                </a:solidFill>
                <a:latin typeface="字魂59号-创粗黑" panose="00000500000000000000" pitchFamily="2" charset="-122"/>
                <a:ea typeface="字魂59号-创粗黑" panose="00000500000000000000" pitchFamily="2" charset="-122"/>
              </a:rPr>
              <a:t>06</a:t>
            </a:r>
          </a:p>
        </p:txBody>
      </p:sp>
    </p:spTree>
    <p:extLst>
      <p:ext uri="{BB962C8B-B14F-4D97-AF65-F5344CB8AC3E}">
        <p14:creationId xmlns:p14="http://schemas.microsoft.com/office/powerpoint/2010/main" val="28752363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p:bldP spid="1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A51BB57-30CA-4609-822D-942516431CC3}"/>
              </a:ext>
            </a:extLst>
          </p:cNvPr>
          <p:cNvPicPr>
            <a:picLocks noChangeAspect="1"/>
          </p:cNvPicPr>
          <p:nvPr/>
        </p:nvPicPr>
        <p:blipFill>
          <a:blip r:embed="rId3"/>
          <a:stretch>
            <a:fillRect/>
          </a:stretch>
        </p:blipFill>
        <p:spPr>
          <a:xfrm>
            <a:off x="124691" y="2393455"/>
            <a:ext cx="3914428" cy="1794113"/>
          </a:xfrm>
          <a:prstGeom prst="rect">
            <a:avLst/>
          </a:prstGeom>
        </p:spPr>
      </p:pic>
      <p:pic>
        <p:nvPicPr>
          <p:cNvPr id="4" name="图片 3">
            <a:extLst>
              <a:ext uri="{FF2B5EF4-FFF2-40B4-BE49-F238E27FC236}">
                <a16:creationId xmlns:a16="http://schemas.microsoft.com/office/drawing/2014/main" id="{3C293F53-5C27-4381-BCA8-23590C7CD976}"/>
              </a:ext>
            </a:extLst>
          </p:cNvPr>
          <p:cNvPicPr>
            <a:picLocks noChangeAspect="1"/>
          </p:cNvPicPr>
          <p:nvPr/>
        </p:nvPicPr>
        <p:blipFill>
          <a:blip r:embed="rId4"/>
          <a:stretch>
            <a:fillRect/>
          </a:stretch>
        </p:blipFill>
        <p:spPr>
          <a:xfrm>
            <a:off x="1292056" y="328115"/>
            <a:ext cx="4427102" cy="1647132"/>
          </a:xfrm>
          <a:prstGeom prst="rect">
            <a:avLst/>
          </a:prstGeom>
        </p:spPr>
      </p:pic>
      <p:pic>
        <p:nvPicPr>
          <p:cNvPr id="6" name="图片 5">
            <a:extLst>
              <a:ext uri="{FF2B5EF4-FFF2-40B4-BE49-F238E27FC236}">
                <a16:creationId xmlns:a16="http://schemas.microsoft.com/office/drawing/2014/main" id="{5DCCB2D6-1DA9-40AD-948F-7DF724932E34}"/>
              </a:ext>
            </a:extLst>
          </p:cNvPr>
          <p:cNvPicPr>
            <a:picLocks noChangeAspect="1"/>
          </p:cNvPicPr>
          <p:nvPr/>
        </p:nvPicPr>
        <p:blipFill>
          <a:blip r:embed="rId5"/>
          <a:stretch>
            <a:fillRect/>
          </a:stretch>
        </p:blipFill>
        <p:spPr>
          <a:xfrm>
            <a:off x="7143005" y="667374"/>
            <a:ext cx="3914428" cy="2615745"/>
          </a:xfrm>
          <a:prstGeom prst="rect">
            <a:avLst/>
          </a:prstGeom>
        </p:spPr>
      </p:pic>
      <p:pic>
        <p:nvPicPr>
          <p:cNvPr id="7" name="图片 6">
            <a:extLst>
              <a:ext uri="{FF2B5EF4-FFF2-40B4-BE49-F238E27FC236}">
                <a16:creationId xmlns:a16="http://schemas.microsoft.com/office/drawing/2014/main" id="{5B4384DE-84DB-46A5-A4F1-B9F3CBE744E2}"/>
              </a:ext>
            </a:extLst>
          </p:cNvPr>
          <p:cNvPicPr>
            <a:picLocks noChangeAspect="1"/>
          </p:cNvPicPr>
          <p:nvPr/>
        </p:nvPicPr>
        <p:blipFill>
          <a:blip r:embed="rId6"/>
          <a:stretch>
            <a:fillRect/>
          </a:stretch>
        </p:blipFill>
        <p:spPr>
          <a:xfrm>
            <a:off x="6837665" y="3290512"/>
            <a:ext cx="4650524" cy="2925130"/>
          </a:xfrm>
          <a:prstGeom prst="rect">
            <a:avLst/>
          </a:prstGeom>
        </p:spPr>
      </p:pic>
      <p:pic>
        <p:nvPicPr>
          <p:cNvPr id="8" name="图片 7">
            <a:extLst>
              <a:ext uri="{FF2B5EF4-FFF2-40B4-BE49-F238E27FC236}">
                <a16:creationId xmlns:a16="http://schemas.microsoft.com/office/drawing/2014/main" id="{26669289-203C-4B82-8757-CED0BF4C8F71}"/>
              </a:ext>
            </a:extLst>
          </p:cNvPr>
          <p:cNvPicPr>
            <a:picLocks noChangeAspect="1"/>
          </p:cNvPicPr>
          <p:nvPr/>
        </p:nvPicPr>
        <p:blipFill>
          <a:blip r:embed="rId7"/>
          <a:stretch>
            <a:fillRect/>
          </a:stretch>
        </p:blipFill>
        <p:spPr>
          <a:xfrm>
            <a:off x="520644" y="4807110"/>
            <a:ext cx="5196551" cy="1449434"/>
          </a:xfrm>
          <a:prstGeom prst="rect">
            <a:avLst/>
          </a:prstGeom>
        </p:spPr>
      </p:pic>
      <p:cxnSp>
        <p:nvCxnSpPr>
          <p:cNvPr id="10" name="连接符: 曲线 9">
            <a:extLst>
              <a:ext uri="{FF2B5EF4-FFF2-40B4-BE49-F238E27FC236}">
                <a16:creationId xmlns:a16="http://schemas.microsoft.com/office/drawing/2014/main" id="{A451C86F-5F2D-4D14-B084-C212E1CEF108}"/>
              </a:ext>
            </a:extLst>
          </p:cNvPr>
          <p:cNvCxnSpPr>
            <a:endCxn id="4" idx="1"/>
          </p:cNvCxnSpPr>
          <p:nvPr/>
        </p:nvCxnSpPr>
        <p:spPr>
          <a:xfrm rot="16200000" flipV="1">
            <a:off x="623352" y="1820385"/>
            <a:ext cx="1416952" cy="79544"/>
          </a:xfrm>
          <a:prstGeom prst="curvedConnector4">
            <a:avLst>
              <a:gd name="adj1" fmla="val 20939"/>
              <a:gd name="adj2" fmla="val 38738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连接符: 曲线 11">
            <a:extLst>
              <a:ext uri="{FF2B5EF4-FFF2-40B4-BE49-F238E27FC236}">
                <a16:creationId xmlns:a16="http://schemas.microsoft.com/office/drawing/2014/main" id="{81DCD82C-0BFD-4DB5-ACBF-2A754B90AA1A}"/>
              </a:ext>
            </a:extLst>
          </p:cNvPr>
          <p:cNvCxnSpPr>
            <a:endCxn id="6" idx="1"/>
          </p:cNvCxnSpPr>
          <p:nvPr/>
        </p:nvCxnSpPr>
        <p:spPr>
          <a:xfrm flipV="1">
            <a:off x="3505607" y="1975247"/>
            <a:ext cx="3637398" cy="1092149"/>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连接符: 曲线 13">
            <a:extLst>
              <a:ext uri="{FF2B5EF4-FFF2-40B4-BE49-F238E27FC236}">
                <a16:creationId xmlns:a16="http://schemas.microsoft.com/office/drawing/2014/main" id="{946295CB-8DA9-4692-B6EF-A328B63A062E}"/>
              </a:ext>
            </a:extLst>
          </p:cNvPr>
          <p:cNvCxnSpPr>
            <a:endCxn id="7" idx="1"/>
          </p:cNvCxnSpPr>
          <p:nvPr/>
        </p:nvCxnSpPr>
        <p:spPr>
          <a:xfrm>
            <a:off x="4039119" y="3541222"/>
            <a:ext cx="2798546" cy="1211855"/>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连接符: 曲线 15">
            <a:extLst>
              <a:ext uri="{FF2B5EF4-FFF2-40B4-BE49-F238E27FC236}">
                <a16:creationId xmlns:a16="http://schemas.microsoft.com/office/drawing/2014/main" id="{4B0A6EFD-2B7A-46A7-A03B-9A507FDBE1C3}"/>
              </a:ext>
            </a:extLst>
          </p:cNvPr>
          <p:cNvCxnSpPr>
            <a:endCxn id="8" idx="1"/>
          </p:cNvCxnSpPr>
          <p:nvPr/>
        </p:nvCxnSpPr>
        <p:spPr>
          <a:xfrm rot="5400000">
            <a:off x="184472" y="4384470"/>
            <a:ext cx="1483529" cy="811184"/>
          </a:xfrm>
          <a:prstGeom prst="curvedConnector4">
            <a:avLst>
              <a:gd name="adj1" fmla="val 25575"/>
              <a:gd name="adj2" fmla="val 12818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91429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D70A44E5-3CD4-4A08-A0CD-618D04D79A40}"/>
              </a:ext>
            </a:extLst>
          </p:cNvPr>
          <p:cNvSpPr/>
          <p:nvPr/>
        </p:nvSpPr>
        <p:spPr>
          <a:xfrm>
            <a:off x="9821300" y="3624585"/>
            <a:ext cx="558015" cy="558015"/>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grpSp>
        <p:nvGrpSpPr>
          <p:cNvPr id="12" name="组合 11">
            <a:extLst>
              <a:ext uri="{FF2B5EF4-FFF2-40B4-BE49-F238E27FC236}">
                <a16:creationId xmlns:a16="http://schemas.microsoft.com/office/drawing/2014/main" id="{FA8DD4BB-51C7-4C0B-81C4-F1B066DB113D}"/>
              </a:ext>
            </a:extLst>
          </p:cNvPr>
          <p:cNvGrpSpPr/>
          <p:nvPr/>
        </p:nvGrpSpPr>
        <p:grpSpPr>
          <a:xfrm>
            <a:off x="1882813" y="2027836"/>
            <a:ext cx="3272128" cy="3272128"/>
            <a:chOff x="1269667" y="1823914"/>
            <a:chExt cx="4093043" cy="4093043"/>
          </a:xfrm>
        </p:grpSpPr>
        <p:sp>
          <p:nvSpPr>
            <p:cNvPr id="9" name="椭圆 8">
              <a:extLst>
                <a:ext uri="{FF2B5EF4-FFF2-40B4-BE49-F238E27FC236}">
                  <a16:creationId xmlns:a16="http://schemas.microsoft.com/office/drawing/2014/main" id="{03542460-5FFA-469E-BC92-40A91DA1B964}"/>
                </a:ext>
              </a:extLst>
            </p:cNvPr>
            <p:cNvSpPr/>
            <p:nvPr/>
          </p:nvSpPr>
          <p:spPr>
            <a:xfrm>
              <a:off x="1530950" y="2759518"/>
              <a:ext cx="2221834" cy="222183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10" name="椭圆 9">
              <a:extLst>
                <a:ext uri="{FF2B5EF4-FFF2-40B4-BE49-F238E27FC236}">
                  <a16:creationId xmlns:a16="http://schemas.microsoft.com/office/drawing/2014/main" id="{098EAFD0-5228-4051-B8BE-C549502A83FC}"/>
                </a:ext>
              </a:extLst>
            </p:cNvPr>
            <p:cNvSpPr/>
            <p:nvPr/>
          </p:nvSpPr>
          <p:spPr>
            <a:xfrm>
              <a:off x="1269667" y="1823914"/>
              <a:ext cx="4093043" cy="4093043"/>
            </a:xfrm>
            <a:prstGeom prst="ellipse">
              <a:avLst/>
            </a:prstGeom>
            <a:noFill/>
            <a:ln w="571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grpSp>
      <p:sp>
        <p:nvSpPr>
          <p:cNvPr id="11" name="矩形 10">
            <a:extLst>
              <a:ext uri="{FF2B5EF4-FFF2-40B4-BE49-F238E27FC236}">
                <a16:creationId xmlns:a16="http://schemas.microsoft.com/office/drawing/2014/main" id="{2553F943-7E5E-4A56-B451-0160855CD2F9}"/>
              </a:ext>
            </a:extLst>
          </p:cNvPr>
          <p:cNvSpPr/>
          <p:nvPr/>
        </p:nvSpPr>
        <p:spPr>
          <a:xfrm>
            <a:off x="4646531" y="2959188"/>
            <a:ext cx="4093044" cy="1223412"/>
          </a:xfrm>
          <a:prstGeom prst="rect">
            <a:avLst/>
          </a:prstGeom>
        </p:spPr>
        <p:txBody>
          <a:bodyPr wrap="square" lIns="68580" tIns="34290" rIns="68580" bIns="34290">
            <a:spAutoFit/>
          </a:bodyPr>
          <a:lstStyle/>
          <a:p>
            <a:pPr algn="ctr">
              <a:defRPr/>
            </a:pPr>
            <a:r>
              <a:rPr lang="zh-CN" altLang="en-US" sz="7500" b="1" spc="225" dirty="0">
                <a:solidFill>
                  <a:srgbClr val="292929"/>
                </a:solidFill>
                <a:latin typeface="字魂58号-创中黑" panose="00000500000000000000" pitchFamily="2" charset="-122"/>
                <a:ea typeface="字魂58号-创中黑" panose="00000500000000000000" pitchFamily="2" charset="-122"/>
                <a:cs typeface="+mn-ea"/>
                <a:sym typeface="+mn-lt"/>
              </a:rPr>
              <a:t>总结</a:t>
            </a:r>
            <a:endParaRPr sz="7500" b="1" spc="225" dirty="0">
              <a:solidFill>
                <a:srgbClr val="292929"/>
              </a:solidFill>
              <a:latin typeface="字魂58号-创中黑" panose="00000500000000000000" pitchFamily="2" charset="-122"/>
              <a:ea typeface="字魂58号-创中黑" panose="00000500000000000000" pitchFamily="2" charset="-122"/>
              <a:cs typeface="+mn-ea"/>
              <a:sym typeface="+mn-lt"/>
            </a:endParaRPr>
          </a:p>
        </p:txBody>
      </p:sp>
      <p:sp>
        <p:nvSpPr>
          <p:cNvPr id="13" name="文本框 12">
            <a:extLst>
              <a:ext uri="{FF2B5EF4-FFF2-40B4-BE49-F238E27FC236}">
                <a16:creationId xmlns:a16="http://schemas.microsoft.com/office/drawing/2014/main" id="{E78984A5-F46A-499C-BB67-5E5FBC7EBD3A}"/>
              </a:ext>
            </a:extLst>
          </p:cNvPr>
          <p:cNvSpPr txBox="1"/>
          <p:nvPr/>
        </p:nvSpPr>
        <p:spPr>
          <a:xfrm>
            <a:off x="2037201" y="2959188"/>
            <a:ext cx="1830706" cy="1323439"/>
          </a:xfrm>
          <a:prstGeom prst="rect">
            <a:avLst/>
          </a:prstGeom>
          <a:noFill/>
        </p:spPr>
        <p:txBody>
          <a:bodyPr wrap="square" rtlCol="0">
            <a:spAutoFit/>
          </a:bodyPr>
          <a:lstStyle/>
          <a:p>
            <a:pPr algn="ctr"/>
            <a:r>
              <a:rPr lang="en-US" altLang="zh-CN" sz="8000" dirty="0">
                <a:solidFill>
                  <a:schemeClr val="tx1">
                    <a:lumMod val="75000"/>
                    <a:lumOff val="25000"/>
                  </a:schemeClr>
                </a:solidFill>
                <a:latin typeface="字魂59号-创粗黑" panose="00000500000000000000" pitchFamily="2" charset="-122"/>
                <a:ea typeface="字魂59号-创粗黑" panose="00000500000000000000" pitchFamily="2" charset="-122"/>
              </a:rPr>
              <a:t>07</a:t>
            </a:r>
          </a:p>
        </p:txBody>
      </p:sp>
    </p:spTree>
    <p:extLst>
      <p:ext uri="{BB962C8B-B14F-4D97-AF65-F5344CB8AC3E}">
        <p14:creationId xmlns:p14="http://schemas.microsoft.com/office/powerpoint/2010/main" val="22349097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left)">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p:bldP spid="1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780A25F5-22CF-4323-98C9-B0A7AE87923E}"/>
              </a:ext>
            </a:extLst>
          </p:cNvPr>
          <p:cNvPicPr>
            <a:picLocks noChangeAspect="1"/>
          </p:cNvPicPr>
          <p:nvPr/>
        </p:nvPicPr>
        <p:blipFill>
          <a:blip r:embed="rId3"/>
          <a:stretch>
            <a:fillRect/>
          </a:stretch>
        </p:blipFill>
        <p:spPr>
          <a:xfrm>
            <a:off x="3603596" y="1809705"/>
            <a:ext cx="4619048" cy="3438095"/>
          </a:xfrm>
          <a:prstGeom prst="rect">
            <a:avLst/>
          </a:prstGeom>
        </p:spPr>
      </p:pic>
    </p:spTree>
    <p:extLst>
      <p:ext uri="{BB962C8B-B14F-4D97-AF65-F5344CB8AC3E}">
        <p14:creationId xmlns:p14="http://schemas.microsoft.com/office/powerpoint/2010/main" val="24618856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E1B4E00B-A59F-40B7-AE12-5CA474CE7727}"/>
              </a:ext>
            </a:extLst>
          </p:cNvPr>
          <p:cNvSpPr/>
          <p:nvPr/>
        </p:nvSpPr>
        <p:spPr>
          <a:xfrm>
            <a:off x="3006189" y="2318083"/>
            <a:ext cx="2221834" cy="222183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7" name="椭圆 6">
            <a:extLst>
              <a:ext uri="{FF2B5EF4-FFF2-40B4-BE49-F238E27FC236}">
                <a16:creationId xmlns:a16="http://schemas.microsoft.com/office/drawing/2014/main" id="{76422D18-37EE-4390-A0D0-947CB31C5CD6}"/>
              </a:ext>
            </a:extLst>
          </p:cNvPr>
          <p:cNvSpPr/>
          <p:nvPr/>
        </p:nvSpPr>
        <p:spPr>
          <a:xfrm>
            <a:off x="9228795" y="3200400"/>
            <a:ext cx="558015" cy="558015"/>
          </a:xfrm>
          <a:prstGeom prst="ellips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8" name="椭圆 7">
            <a:extLst>
              <a:ext uri="{FF2B5EF4-FFF2-40B4-BE49-F238E27FC236}">
                <a16:creationId xmlns:a16="http://schemas.microsoft.com/office/drawing/2014/main" id="{595759E0-70EB-4F31-9979-C48DF9140050}"/>
              </a:ext>
            </a:extLst>
          </p:cNvPr>
          <p:cNvSpPr/>
          <p:nvPr/>
        </p:nvSpPr>
        <p:spPr>
          <a:xfrm>
            <a:off x="2744906" y="1382479"/>
            <a:ext cx="4093043" cy="4093043"/>
          </a:xfrm>
          <a:prstGeom prst="ellipse">
            <a:avLst/>
          </a:prstGeom>
          <a:noFill/>
          <a:ln w="571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
        <p:nvSpPr>
          <p:cNvPr id="10" name="椭圆 9">
            <a:extLst>
              <a:ext uri="{FF2B5EF4-FFF2-40B4-BE49-F238E27FC236}">
                <a16:creationId xmlns:a16="http://schemas.microsoft.com/office/drawing/2014/main" id="{591864EC-35EA-453D-9310-AB7341C7C344}"/>
              </a:ext>
            </a:extLst>
          </p:cNvPr>
          <p:cNvSpPr/>
          <p:nvPr/>
        </p:nvSpPr>
        <p:spPr>
          <a:xfrm>
            <a:off x="1956935" y="3533827"/>
            <a:ext cx="224588" cy="224588"/>
          </a:xfrm>
          <a:prstGeom prst="ellipse">
            <a:avLst/>
          </a:prstGeom>
          <a:solidFill>
            <a:srgbClr val="29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字魂58号-创中黑" panose="00000500000000000000" pitchFamily="2" charset="-122"/>
              <a:ea typeface="字魂58号-创中黑" panose="00000500000000000000" pitchFamily="2" charset="-122"/>
            </a:endParaRPr>
          </a:p>
        </p:txBody>
      </p:sp>
      <p:sp>
        <p:nvSpPr>
          <p:cNvPr id="11" name="矩形 10">
            <a:extLst>
              <a:ext uri="{FF2B5EF4-FFF2-40B4-BE49-F238E27FC236}">
                <a16:creationId xmlns:a16="http://schemas.microsoft.com/office/drawing/2014/main" id="{89E665AE-D1F7-4530-A01D-8118F2016433}"/>
              </a:ext>
            </a:extLst>
          </p:cNvPr>
          <p:cNvSpPr/>
          <p:nvPr/>
        </p:nvSpPr>
        <p:spPr>
          <a:xfrm>
            <a:off x="3006189" y="2792067"/>
            <a:ext cx="6166377" cy="1223412"/>
          </a:xfrm>
          <a:prstGeom prst="rect">
            <a:avLst/>
          </a:prstGeom>
        </p:spPr>
        <p:txBody>
          <a:bodyPr wrap="square" lIns="68580" tIns="34290" rIns="68580" bIns="34290">
            <a:spAutoFit/>
          </a:bodyPr>
          <a:lstStyle/>
          <a:p>
            <a:pPr>
              <a:defRPr/>
            </a:pPr>
            <a:r>
              <a:rPr lang="zh-CN" altLang="en-US" sz="7500" b="1" spc="225" dirty="0">
                <a:solidFill>
                  <a:srgbClr val="292929"/>
                </a:solidFill>
                <a:latin typeface="字魂58号-创中黑" panose="00000500000000000000" pitchFamily="2" charset="-122"/>
                <a:ea typeface="字魂58号-创中黑" panose="00000500000000000000" pitchFamily="2" charset="-122"/>
                <a:cs typeface="+mn-ea"/>
                <a:sym typeface="+mn-lt"/>
              </a:rPr>
              <a:t>感谢您的观看</a:t>
            </a:r>
            <a:endParaRPr sz="7500" b="1" spc="225" dirty="0">
              <a:solidFill>
                <a:srgbClr val="292929"/>
              </a:solidFill>
              <a:latin typeface="字魂58号-创中黑" panose="00000500000000000000" pitchFamily="2" charset="-122"/>
              <a:ea typeface="字魂58号-创中黑" panose="00000500000000000000" pitchFamily="2" charset="-122"/>
              <a:cs typeface="+mn-ea"/>
              <a:sym typeface="+mn-lt"/>
            </a:endParaRPr>
          </a:p>
        </p:txBody>
      </p:sp>
      <p:sp>
        <p:nvSpPr>
          <p:cNvPr id="13" name="矩形 12">
            <a:extLst>
              <a:ext uri="{FF2B5EF4-FFF2-40B4-BE49-F238E27FC236}">
                <a16:creationId xmlns:a16="http://schemas.microsoft.com/office/drawing/2014/main" id="{828238AC-3B1F-4281-98A3-D0FE900CC5AA}"/>
              </a:ext>
            </a:extLst>
          </p:cNvPr>
          <p:cNvSpPr/>
          <p:nvPr/>
        </p:nvSpPr>
        <p:spPr>
          <a:xfrm>
            <a:off x="6089377" y="4015479"/>
            <a:ext cx="2783148" cy="561692"/>
          </a:xfrm>
          <a:prstGeom prst="rect">
            <a:avLst/>
          </a:prstGeom>
        </p:spPr>
        <p:txBody>
          <a:bodyPr wrap="square" lIns="68580" tIns="34290" rIns="68580" bIns="34290">
            <a:spAutoFit/>
          </a:bodyPr>
          <a:lstStyle/>
          <a:p>
            <a:pPr algn="dist">
              <a:defRPr/>
            </a:pPr>
            <a:r>
              <a:rPr lang="en-US" altLang="zh-CN" sz="3200" spc="225" dirty="0">
                <a:solidFill>
                  <a:srgbClr val="292929"/>
                </a:solidFill>
                <a:latin typeface="字魂58号-创中黑" panose="00000500000000000000" pitchFamily="2" charset="-122"/>
                <a:ea typeface="字魂58号-创中黑" panose="00000500000000000000" pitchFamily="2" charset="-122"/>
                <a:cs typeface="+mn-ea"/>
                <a:sym typeface="+mn-lt"/>
              </a:rPr>
              <a:t>Thanks </a:t>
            </a:r>
            <a:endParaRPr sz="3200" spc="225" dirty="0">
              <a:solidFill>
                <a:srgbClr val="292929"/>
              </a:solidFill>
              <a:latin typeface="字魂58号-创中黑" panose="00000500000000000000" pitchFamily="2" charset="-122"/>
              <a:ea typeface="字魂58号-创中黑" panose="00000500000000000000" pitchFamily="2" charset="-122"/>
              <a:cs typeface="+mn-ea"/>
              <a:sym typeface="+mn-lt"/>
            </a:endParaRPr>
          </a:p>
        </p:txBody>
      </p:sp>
      <p:sp>
        <p:nvSpPr>
          <p:cNvPr id="14" name="矩形 13">
            <a:extLst>
              <a:ext uri="{FF2B5EF4-FFF2-40B4-BE49-F238E27FC236}">
                <a16:creationId xmlns:a16="http://schemas.microsoft.com/office/drawing/2014/main" id="{C3D0AFB9-F1B4-4D05-90D6-2624EA97AAB8}"/>
              </a:ext>
            </a:extLst>
          </p:cNvPr>
          <p:cNvSpPr/>
          <p:nvPr/>
        </p:nvSpPr>
        <p:spPr>
          <a:xfrm flipH="1">
            <a:off x="11311281" y="810323"/>
            <a:ext cx="415498" cy="1841541"/>
          </a:xfrm>
          <a:prstGeom prst="rect">
            <a:avLst/>
          </a:prstGeom>
        </p:spPr>
        <p:txBody>
          <a:bodyPr vert="eaVert" wrap="square" lIns="68580" tIns="34290" rIns="68580" bIns="34290">
            <a:spAutoFit/>
          </a:bodyPr>
          <a:lstStyle/>
          <a:p>
            <a:pPr>
              <a:defRPr/>
            </a:pPr>
            <a:r>
              <a:rPr lang="en-US" altLang="zh-CN" spc="225" dirty="0">
                <a:solidFill>
                  <a:srgbClr val="292929"/>
                </a:solidFill>
                <a:latin typeface="字魂58号-创中黑" panose="00000500000000000000" pitchFamily="2" charset="-122"/>
                <a:ea typeface="字魂58号-创中黑" panose="00000500000000000000" pitchFamily="2" charset="-122"/>
                <a:cs typeface="+mn-ea"/>
                <a:sym typeface="+mn-lt"/>
              </a:rPr>
              <a:t>WORK PLAN</a:t>
            </a:r>
            <a:endParaRPr spc="225" dirty="0">
              <a:solidFill>
                <a:srgbClr val="292929"/>
              </a:solidFill>
              <a:latin typeface="字魂58号-创中黑" panose="00000500000000000000" pitchFamily="2" charset="-122"/>
              <a:ea typeface="字魂58号-创中黑" panose="00000500000000000000" pitchFamily="2" charset="-122"/>
              <a:cs typeface="+mn-ea"/>
              <a:sym typeface="+mn-lt"/>
            </a:endParaRPr>
          </a:p>
        </p:txBody>
      </p:sp>
      <p:sp>
        <p:nvSpPr>
          <p:cNvPr id="15" name="矩形 14">
            <a:extLst>
              <a:ext uri="{FF2B5EF4-FFF2-40B4-BE49-F238E27FC236}">
                <a16:creationId xmlns:a16="http://schemas.microsoft.com/office/drawing/2014/main" id="{8F7FF11B-ECA5-40B5-BE3B-8C91AA621702}"/>
              </a:ext>
            </a:extLst>
          </p:cNvPr>
          <p:cNvSpPr/>
          <p:nvPr/>
        </p:nvSpPr>
        <p:spPr>
          <a:xfrm flipH="1">
            <a:off x="11342435" y="5016459"/>
            <a:ext cx="353943" cy="1841541"/>
          </a:xfrm>
          <a:prstGeom prst="rect">
            <a:avLst/>
          </a:prstGeom>
        </p:spPr>
        <p:txBody>
          <a:bodyPr vert="eaVert" wrap="square" lIns="68580" tIns="34290" rIns="68580" bIns="34290">
            <a:spAutoFit/>
          </a:bodyPr>
          <a:lstStyle/>
          <a:p>
            <a:pPr>
              <a:defRPr/>
            </a:pPr>
            <a:r>
              <a:rPr lang="en-US" altLang="zh-CN" sz="1400" spc="225" dirty="0">
                <a:solidFill>
                  <a:srgbClr val="292929"/>
                </a:solidFill>
                <a:latin typeface="字魂58号-创中黑" panose="00000500000000000000" pitchFamily="2" charset="-122"/>
                <a:ea typeface="字魂58号-创中黑" panose="00000500000000000000" pitchFamily="2" charset="-122"/>
                <a:cs typeface="+mn-ea"/>
                <a:sym typeface="+mn-lt"/>
              </a:rPr>
              <a:t>WORK PLAN</a:t>
            </a:r>
            <a:endParaRPr sz="1400" spc="225" dirty="0">
              <a:solidFill>
                <a:srgbClr val="292929"/>
              </a:solidFill>
              <a:latin typeface="字魂58号-创中黑" panose="00000500000000000000" pitchFamily="2" charset="-122"/>
              <a:ea typeface="字魂58号-创中黑" panose="00000500000000000000" pitchFamily="2" charset="-122"/>
              <a:cs typeface="+mn-ea"/>
              <a:sym typeface="+mn-lt"/>
            </a:endParaRPr>
          </a:p>
        </p:txBody>
      </p:sp>
      <p:sp>
        <p:nvSpPr>
          <p:cNvPr id="16" name="矩形 15">
            <a:extLst>
              <a:ext uri="{FF2B5EF4-FFF2-40B4-BE49-F238E27FC236}">
                <a16:creationId xmlns:a16="http://schemas.microsoft.com/office/drawing/2014/main" id="{A00EFA96-0182-425D-BCA4-E63B2E97FADD}"/>
              </a:ext>
            </a:extLst>
          </p:cNvPr>
          <p:cNvSpPr/>
          <p:nvPr/>
        </p:nvSpPr>
        <p:spPr>
          <a:xfrm flipH="1">
            <a:off x="11469292" y="6256421"/>
            <a:ext cx="97066" cy="60157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字魂58号-创中黑" panose="00000500000000000000" pitchFamily="2" charset="-122"/>
              <a:ea typeface="字魂58号-创中黑" panose="00000500000000000000" pitchFamily="2" charset="-122"/>
            </a:endParaRPr>
          </a:p>
        </p:txBody>
      </p:sp>
    </p:spTree>
    <p:extLst>
      <p:ext uri="{BB962C8B-B14F-4D97-AF65-F5344CB8AC3E}">
        <p14:creationId xmlns:p14="http://schemas.microsoft.com/office/powerpoint/2010/main" val="427730984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1000"/>
                                        <p:tgtEl>
                                          <p:spTgt spid="10"/>
                                        </p:tgtEl>
                                      </p:cBhvr>
                                    </p:animEffect>
                                    <p:anim calcmode="lin" valueType="num">
                                      <p:cBhvr>
                                        <p:cTn id="18" dur="1000" fill="hold"/>
                                        <p:tgtEl>
                                          <p:spTgt spid="10"/>
                                        </p:tgtEl>
                                        <p:attrNameLst>
                                          <p:attrName>ppt_x</p:attrName>
                                        </p:attrNameLst>
                                      </p:cBhvr>
                                      <p:tavLst>
                                        <p:tav tm="0">
                                          <p:val>
                                            <p:strVal val="#ppt_x"/>
                                          </p:val>
                                        </p:tav>
                                        <p:tav tm="100000">
                                          <p:val>
                                            <p:strVal val="#ppt_x"/>
                                          </p:val>
                                        </p:tav>
                                      </p:tavLst>
                                    </p:anim>
                                    <p:anim calcmode="lin" valueType="num">
                                      <p:cBhvr>
                                        <p:cTn id="19" dur="1000" fill="hold"/>
                                        <p:tgtEl>
                                          <p:spTgt spid="10"/>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left)">
                                      <p:cBhvr>
                                        <p:cTn id="28" dur="500"/>
                                        <p:tgtEl>
                                          <p:spTgt spid="11"/>
                                        </p:tgtEl>
                                      </p:cBhvr>
                                    </p:animEffect>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ppt_x"/>
                                          </p:val>
                                        </p:tav>
                                        <p:tav tm="100000">
                                          <p:val>
                                            <p:strVal val="#ppt_x"/>
                                          </p:val>
                                        </p:tav>
                                      </p:tavLst>
                                    </p:anim>
                                    <p:anim calcmode="lin" valueType="num">
                                      <p:cBhvr additive="base">
                                        <p:cTn id="38" dur="500" fill="hold"/>
                                        <p:tgtEl>
                                          <p:spTgt spid="16"/>
                                        </p:tgtEl>
                                        <p:attrNameLst>
                                          <p:attrName>ppt_y</p:attrName>
                                        </p:attrNameLst>
                                      </p:cBhvr>
                                      <p:tavLst>
                                        <p:tav tm="0">
                                          <p:val>
                                            <p:strVal val="1+#ppt_h/2"/>
                                          </p:val>
                                        </p:tav>
                                        <p:tav tm="100000">
                                          <p:val>
                                            <p:strVal val="#ppt_y"/>
                                          </p:val>
                                        </p:tav>
                                      </p:tavLst>
                                    </p:anim>
                                  </p:childTnLst>
                                </p:cTn>
                              </p:par>
                            </p:childTnLst>
                          </p:cTn>
                        </p:par>
                        <p:par>
                          <p:cTn id="39" fill="hold">
                            <p:stCondLst>
                              <p:cond delay="500"/>
                            </p:stCondLst>
                            <p:childTnLst>
                              <p:par>
                                <p:cTn id="40" presetID="22" presetClass="entr" presetSubtype="2" fill="hold" grpId="0" nodeType="after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right)">
                                      <p:cBhvr>
                                        <p:cTn id="42" dur="500"/>
                                        <p:tgtEl>
                                          <p:spTgt spid="14"/>
                                        </p:tgtEl>
                                      </p:cBhvr>
                                    </p:animEffect>
                                  </p:childTnLst>
                                </p:cTn>
                              </p:par>
                            </p:childTnLst>
                          </p:cTn>
                        </p:par>
                        <p:par>
                          <p:cTn id="43" fill="hold">
                            <p:stCondLst>
                              <p:cond delay="1000"/>
                            </p:stCondLst>
                            <p:childTnLst>
                              <p:par>
                                <p:cTn id="44" presetID="22" presetClass="entr" presetSubtype="2" fill="hold" grpId="0" nodeType="after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ipe(right)">
                                      <p:cBhvr>
                                        <p:cTn id="4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p:bldP spid="13" grpId="0"/>
      <p:bldP spid="14" grpId="0"/>
      <p:bldP spid="15" grpId="0"/>
      <p:bldP spid="16"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述职"/>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830</TotalTime>
  <Words>412</Words>
  <Application>Microsoft Office PowerPoint</Application>
  <PresentationFormat>宽屏</PresentationFormat>
  <Paragraphs>84</Paragraphs>
  <Slides>30</Slides>
  <Notes>30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30</vt:i4>
      </vt:variant>
    </vt:vector>
  </HeadingPairs>
  <TitlesOfParts>
    <vt:vector size="37" baseType="lpstr">
      <vt:lpstr>STHeitiSC-Light</vt:lpstr>
      <vt:lpstr>等线</vt:lpstr>
      <vt:lpstr>等线 Light</vt:lpstr>
      <vt:lpstr>字魂58号-创中黑</vt:lpstr>
      <vt:lpstr>字魂59号-创粗黑</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dc:description>http://www.ypppt.com/</dc:description>
  <cp:lastModifiedBy>陈 克豪</cp:lastModifiedBy>
  <cp:revision>78</cp:revision>
  <dcterms:created xsi:type="dcterms:W3CDTF">2019-06-11T09:29:47Z</dcterms:created>
  <dcterms:modified xsi:type="dcterms:W3CDTF">2020-06-07T09:59:54Z</dcterms:modified>
</cp:coreProperties>
</file>